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5"/>
    <p:sldMasterId id="214748366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5143500" cx="9144000"/>
  <p:notesSz cx="6858000" cy="9144000"/>
  <p:embeddedFontLst>
    <p:embeddedFont>
      <p:font typeface="Roboto"/>
      <p:regular r:id="rId19"/>
      <p:bold r:id="rId20"/>
      <p:italic r:id="rId21"/>
      <p:boldItalic r:id="rId22"/>
    </p:embeddedFont>
    <p:embeddedFont>
      <p:font typeface="Helvetica Neue"/>
      <p:regular r:id="rId23"/>
      <p:bold r:id="rId24"/>
      <p:italic r:id="rId25"/>
      <p:boldItalic r:id="rId26"/>
    </p:embeddedFont>
    <p:embeddedFont>
      <p:font typeface="Oswald"/>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01F37E5-0BB9-4E75-9881-56DED6A76CD2}">
  <a:tblStyle styleId="{001F37E5-0BB9-4E75-9881-56DED6A76CD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HelveticaNeue-bold.fntdata"/><Relationship Id="rId23" Type="http://schemas.openxmlformats.org/officeDocument/2006/relationships/font" Target="fonts/HelveticaNeu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HelveticaNeue-boldItalic.fntdata"/><Relationship Id="rId25" Type="http://schemas.openxmlformats.org/officeDocument/2006/relationships/font" Target="fonts/HelveticaNeue-italic.fntdata"/><Relationship Id="rId28" Type="http://schemas.openxmlformats.org/officeDocument/2006/relationships/font" Target="fonts/Oswald-bold.fntdata"/><Relationship Id="rId27" Type="http://schemas.openxmlformats.org/officeDocument/2006/relationships/font" Target="fonts/Oswald-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font" Target="fonts/Roboto-regular.fntdata"/><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ea2cd64a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ea2cd64a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a2cd64afa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ea2cd64afa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ea2cd64afa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ea2cd64afa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ea2cd64afa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ea2cd64afa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chemeClr val="dk1"/>
                </a:solidFill>
                <a:highlight>
                  <a:srgbClr val="FFFFFF"/>
                </a:highlight>
                <a:latin typeface="Roboto"/>
                <a:ea typeface="Roboto"/>
                <a:cs typeface="Roboto"/>
                <a:sym typeface="Roboto"/>
              </a:rPr>
              <a:t>Federstrd search only vaulsble in splunk format</a:t>
            </a:r>
            <a:endParaRPr sz="1050">
              <a:solidFill>
                <a:schemeClr val="dk1"/>
              </a:solidFill>
              <a:highlight>
                <a:srgbClr val="FFFFFF"/>
              </a:highlight>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ea38bee94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ea38bee94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chemeClr val="dk1"/>
                </a:solidFill>
                <a:highlight>
                  <a:srgbClr val="FFFFFF"/>
                </a:highlight>
                <a:latin typeface="Roboto"/>
                <a:ea typeface="Roboto"/>
                <a:cs typeface="Roboto"/>
                <a:sym typeface="Roboto"/>
              </a:rPr>
              <a:t>Federstrd search only vaulsble in splunk format</a:t>
            </a:r>
            <a:endParaRPr sz="1050">
              <a:solidFill>
                <a:schemeClr val="dk1"/>
              </a:solidFill>
              <a:highlight>
                <a:srgbClr val="FFFFFF"/>
              </a:highlight>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ea38bee94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ea38bee94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chemeClr val="dk1"/>
                </a:solidFill>
                <a:highlight>
                  <a:srgbClr val="FFFFFF"/>
                </a:highlight>
                <a:latin typeface="Roboto"/>
                <a:ea typeface="Roboto"/>
                <a:cs typeface="Roboto"/>
                <a:sym typeface="Roboto"/>
              </a:rPr>
              <a:t>Federstrd search only vaulsble in splunk format</a:t>
            </a:r>
            <a:endParaRPr sz="1050">
              <a:solidFill>
                <a:schemeClr val="dk1"/>
              </a:solidFill>
              <a:highlight>
                <a:srgbClr val="FFFFFF"/>
              </a:highlight>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ea2cd64afa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ea2cd64afa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ea38bee94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ea38bee94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ea38bee94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ea38bee94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ea38bee94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ea38bee94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chemeClr val="dk1"/>
              </a:solidFill>
              <a:highlight>
                <a:srgbClr val="FFFFFF"/>
              </a:highlight>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ea2cd64afa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ea2cd64afa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blip>
          <a:stretch>
            <a:fillRect/>
          </a:stretch>
        </p:blipFill>
        <p:spPr>
          <a:xfrm>
            <a:off x="0" y="-12"/>
            <a:ext cx="9144000" cy="5143500"/>
          </a:xfrm>
          <a:prstGeom prst="rect">
            <a:avLst/>
          </a:prstGeom>
          <a:noFill/>
          <a:ln>
            <a:noFill/>
          </a:ln>
        </p:spPr>
      </p:pic>
      <p:sp>
        <p:nvSpPr>
          <p:cNvPr id="52" name="Google Shape;52;p13"/>
          <p:cNvSpPr txBox="1"/>
          <p:nvPr>
            <p:ph type="title"/>
          </p:nvPr>
        </p:nvSpPr>
        <p:spPr>
          <a:xfrm>
            <a:off x="456775" y="1205725"/>
            <a:ext cx="7927800" cy="1205100"/>
          </a:xfrm>
          <a:prstGeom prst="rect">
            <a:avLst/>
          </a:prstGeom>
        </p:spPr>
        <p:txBody>
          <a:bodyPr anchorCtr="0" anchor="t" bIns="91425" lIns="91425" spcFirstLastPara="1" rIns="91425" wrap="square" tIns="91425">
            <a:spAutoFit/>
          </a:bodyPr>
          <a:lstStyle>
            <a:lvl1pPr lvl="0" rtl="0">
              <a:spcBef>
                <a:spcPts val="0"/>
              </a:spcBef>
              <a:spcAft>
                <a:spcPts val="0"/>
              </a:spcAft>
              <a:buClr>
                <a:schemeClr val="lt1"/>
              </a:buClr>
              <a:buSzPts val="8000"/>
              <a:buFont typeface="Oswald"/>
              <a:buNone/>
              <a:defRPr sz="8000">
                <a:solidFill>
                  <a:schemeClr val="lt1"/>
                </a:solidFill>
                <a:latin typeface="Oswald"/>
                <a:ea typeface="Oswald"/>
                <a:cs typeface="Oswald"/>
                <a:sym typeface="Oswald"/>
              </a:defRPr>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p:txBody>
      </p:sp>
      <p:sp>
        <p:nvSpPr>
          <p:cNvPr id="53" name="Google Shape;53;p13"/>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1" type="body"/>
          </p:nvPr>
        </p:nvSpPr>
        <p:spPr>
          <a:xfrm>
            <a:off x="456775" y="2449075"/>
            <a:ext cx="6252300" cy="437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lt1"/>
              </a:buClr>
              <a:buSzPts val="1800"/>
              <a:buChar char="●"/>
              <a:defRPr b="1" sz="1800">
                <a:solidFill>
                  <a:schemeClr val="lt1"/>
                </a:solidFill>
              </a:defRPr>
            </a:lvl1pPr>
            <a:lvl2pPr indent="-342900" lvl="1" marL="914400" rtl="0">
              <a:spcBef>
                <a:spcPts val="0"/>
              </a:spcBef>
              <a:spcAft>
                <a:spcPts val="0"/>
              </a:spcAft>
              <a:buClr>
                <a:schemeClr val="lt1"/>
              </a:buClr>
              <a:buSzPts val="1800"/>
              <a:buChar char="○"/>
              <a:defRPr b="1" sz="1800">
                <a:solidFill>
                  <a:schemeClr val="lt1"/>
                </a:solidFill>
              </a:defRPr>
            </a:lvl2pPr>
            <a:lvl3pPr indent="-342900" lvl="2" marL="1371600" rtl="0">
              <a:spcBef>
                <a:spcPts val="0"/>
              </a:spcBef>
              <a:spcAft>
                <a:spcPts val="0"/>
              </a:spcAft>
              <a:buClr>
                <a:schemeClr val="lt1"/>
              </a:buClr>
              <a:buSzPts val="1800"/>
              <a:buChar char="■"/>
              <a:defRPr b="1" sz="1800">
                <a:solidFill>
                  <a:schemeClr val="lt1"/>
                </a:solidFill>
              </a:defRPr>
            </a:lvl3pPr>
            <a:lvl4pPr indent="-342900" lvl="3" marL="1828800" rtl="0">
              <a:spcBef>
                <a:spcPts val="0"/>
              </a:spcBef>
              <a:spcAft>
                <a:spcPts val="0"/>
              </a:spcAft>
              <a:buClr>
                <a:schemeClr val="lt1"/>
              </a:buClr>
              <a:buSzPts val="1800"/>
              <a:buChar char="●"/>
              <a:defRPr b="1" sz="1800">
                <a:solidFill>
                  <a:schemeClr val="lt1"/>
                </a:solidFill>
              </a:defRPr>
            </a:lvl4pPr>
            <a:lvl5pPr indent="-342900" lvl="4" marL="2286000" rtl="0">
              <a:spcBef>
                <a:spcPts val="0"/>
              </a:spcBef>
              <a:spcAft>
                <a:spcPts val="0"/>
              </a:spcAft>
              <a:buClr>
                <a:schemeClr val="lt1"/>
              </a:buClr>
              <a:buSzPts val="1800"/>
              <a:buChar char="○"/>
              <a:defRPr b="1" sz="1800">
                <a:solidFill>
                  <a:schemeClr val="lt1"/>
                </a:solidFill>
              </a:defRPr>
            </a:lvl5pPr>
            <a:lvl6pPr indent="-342900" lvl="5" marL="2743200" rtl="0">
              <a:spcBef>
                <a:spcPts val="0"/>
              </a:spcBef>
              <a:spcAft>
                <a:spcPts val="0"/>
              </a:spcAft>
              <a:buClr>
                <a:schemeClr val="lt1"/>
              </a:buClr>
              <a:buSzPts val="1800"/>
              <a:buChar char="■"/>
              <a:defRPr b="1" sz="1800">
                <a:solidFill>
                  <a:schemeClr val="lt1"/>
                </a:solidFill>
              </a:defRPr>
            </a:lvl6pPr>
            <a:lvl7pPr indent="-342900" lvl="6" marL="3200400" rtl="0">
              <a:spcBef>
                <a:spcPts val="0"/>
              </a:spcBef>
              <a:spcAft>
                <a:spcPts val="0"/>
              </a:spcAft>
              <a:buClr>
                <a:schemeClr val="lt1"/>
              </a:buClr>
              <a:buSzPts val="1800"/>
              <a:buChar char="●"/>
              <a:defRPr b="1" sz="1800">
                <a:solidFill>
                  <a:schemeClr val="lt1"/>
                </a:solidFill>
              </a:defRPr>
            </a:lvl7pPr>
            <a:lvl8pPr indent="-342900" lvl="7" marL="3657600" rtl="0">
              <a:spcBef>
                <a:spcPts val="0"/>
              </a:spcBef>
              <a:spcAft>
                <a:spcPts val="0"/>
              </a:spcAft>
              <a:buClr>
                <a:schemeClr val="lt1"/>
              </a:buClr>
              <a:buSzPts val="1800"/>
              <a:buChar char="○"/>
              <a:defRPr b="1" sz="1800">
                <a:solidFill>
                  <a:schemeClr val="lt1"/>
                </a:solidFill>
              </a:defRPr>
            </a:lvl8pPr>
            <a:lvl9pPr indent="-342900" lvl="8" marL="4114800" rtl="0">
              <a:spcBef>
                <a:spcPts val="0"/>
              </a:spcBef>
              <a:spcAft>
                <a:spcPts val="0"/>
              </a:spcAft>
              <a:buClr>
                <a:schemeClr val="lt1"/>
              </a:buClr>
              <a:buSzPts val="1800"/>
              <a:buChar char="■"/>
              <a:defRPr b="1" sz="1800">
                <a:solidFill>
                  <a:schemeClr val="lt1"/>
                </a:solidFill>
              </a:defRPr>
            </a:lvl9pPr>
          </a:lstStyle>
          <a:p/>
        </p:txBody>
      </p:sp>
      <p:sp>
        <p:nvSpPr>
          <p:cNvPr id="55" name="Google Shape;55;p13"/>
          <p:cNvSpPr txBox="1"/>
          <p:nvPr>
            <p:ph idx="2" type="body"/>
          </p:nvPr>
        </p:nvSpPr>
        <p:spPr>
          <a:xfrm>
            <a:off x="456775" y="3876588"/>
            <a:ext cx="6252300" cy="437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b="1" sz="1100">
                <a:solidFill>
                  <a:schemeClr val="lt1"/>
                </a:solidFill>
              </a:defRPr>
            </a:lvl1pPr>
            <a:lvl2pPr indent="-298450" lvl="1" marL="914400" rtl="0">
              <a:spcBef>
                <a:spcPts val="0"/>
              </a:spcBef>
              <a:spcAft>
                <a:spcPts val="0"/>
              </a:spcAft>
              <a:buClr>
                <a:schemeClr val="lt1"/>
              </a:buClr>
              <a:buSzPts val="1100"/>
              <a:buChar char="○"/>
              <a:defRPr b="1" sz="1100">
                <a:solidFill>
                  <a:schemeClr val="lt1"/>
                </a:solidFill>
              </a:defRPr>
            </a:lvl2pPr>
            <a:lvl3pPr indent="-298450" lvl="2" marL="1371600" rtl="0">
              <a:spcBef>
                <a:spcPts val="0"/>
              </a:spcBef>
              <a:spcAft>
                <a:spcPts val="0"/>
              </a:spcAft>
              <a:buClr>
                <a:schemeClr val="lt1"/>
              </a:buClr>
              <a:buSzPts val="1100"/>
              <a:buChar char="■"/>
              <a:defRPr b="1" sz="1100">
                <a:solidFill>
                  <a:schemeClr val="lt1"/>
                </a:solidFill>
              </a:defRPr>
            </a:lvl3pPr>
            <a:lvl4pPr indent="-298450" lvl="3" marL="1828800" rtl="0">
              <a:spcBef>
                <a:spcPts val="0"/>
              </a:spcBef>
              <a:spcAft>
                <a:spcPts val="0"/>
              </a:spcAft>
              <a:buClr>
                <a:schemeClr val="lt1"/>
              </a:buClr>
              <a:buSzPts val="1100"/>
              <a:buChar char="●"/>
              <a:defRPr b="1" sz="1100">
                <a:solidFill>
                  <a:schemeClr val="lt1"/>
                </a:solidFill>
              </a:defRPr>
            </a:lvl4pPr>
            <a:lvl5pPr indent="-298450" lvl="4" marL="2286000" rtl="0">
              <a:spcBef>
                <a:spcPts val="0"/>
              </a:spcBef>
              <a:spcAft>
                <a:spcPts val="0"/>
              </a:spcAft>
              <a:buClr>
                <a:schemeClr val="lt1"/>
              </a:buClr>
              <a:buSzPts val="1100"/>
              <a:buChar char="○"/>
              <a:defRPr b="1" sz="1100">
                <a:solidFill>
                  <a:schemeClr val="lt1"/>
                </a:solidFill>
              </a:defRPr>
            </a:lvl5pPr>
            <a:lvl6pPr indent="-298450" lvl="5" marL="2743200" rtl="0">
              <a:spcBef>
                <a:spcPts val="0"/>
              </a:spcBef>
              <a:spcAft>
                <a:spcPts val="0"/>
              </a:spcAft>
              <a:buClr>
                <a:schemeClr val="lt1"/>
              </a:buClr>
              <a:buSzPts val="1100"/>
              <a:buChar char="■"/>
              <a:defRPr b="1" sz="1100">
                <a:solidFill>
                  <a:schemeClr val="lt1"/>
                </a:solidFill>
              </a:defRPr>
            </a:lvl6pPr>
            <a:lvl7pPr indent="-298450" lvl="6" marL="3200400" rtl="0">
              <a:spcBef>
                <a:spcPts val="0"/>
              </a:spcBef>
              <a:spcAft>
                <a:spcPts val="0"/>
              </a:spcAft>
              <a:buClr>
                <a:schemeClr val="lt1"/>
              </a:buClr>
              <a:buSzPts val="1100"/>
              <a:buChar char="●"/>
              <a:defRPr b="1" sz="1100">
                <a:solidFill>
                  <a:schemeClr val="lt1"/>
                </a:solidFill>
              </a:defRPr>
            </a:lvl7pPr>
            <a:lvl8pPr indent="-298450" lvl="7" marL="3657600" rtl="0">
              <a:spcBef>
                <a:spcPts val="0"/>
              </a:spcBef>
              <a:spcAft>
                <a:spcPts val="0"/>
              </a:spcAft>
              <a:buClr>
                <a:schemeClr val="lt1"/>
              </a:buClr>
              <a:buSzPts val="1100"/>
              <a:buChar char="○"/>
              <a:defRPr b="1" sz="1100">
                <a:solidFill>
                  <a:schemeClr val="lt1"/>
                </a:solidFill>
              </a:defRPr>
            </a:lvl8pPr>
            <a:lvl9pPr indent="-298450" lvl="8" marL="4114800" rtl="0">
              <a:spcBef>
                <a:spcPts val="0"/>
              </a:spcBef>
              <a:spcAft>
                <a:spcPts val="0"/>
              </a:spcAft>
              <a:buClr>
                <a:schemeClr val="lt1"/>
              </a:buClr>
              <a:buSzPts val="1100"/>
              <a:buChar char="■"/>
              <a:defRPr b="1" sz="1100">
                <a:solidFill>
                  <a:schemeClr val="lt1"/>
                </a:solidFill>
              </a:defRPr>
            </a:lvl9pPr>
          </a:lstStyle>
          <a:p/>
        </p:txBody>
      </p:sp>
      <p:sp>
        <p:nvSpPr>
          <p:cNvPr id="56" name="Google Shape;56;p13"/>
          <p:cNvSpPr txBox="1"/>
          <p:nvPr>
            <p:ph idx="3" type="body"/>
          </p:nvPr>
        </p:nvSpPr>
        <p:spPr>
          <a:xfrm>
            <a:off x="456775" y="4197038"/>
            <a:ext cx="6252300" cy="437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57" name="Google Shape;57;p13"/>
          <p:cNvSpPr txBox="1"/>
          <p:nvPr>
            <p:ph idx="4" type="body"/>
          </p:nvPr>
        </p:nvSpPr>
        <p:spPr>
          <a:xfrm>
            <a:off x="0" y="1850175"/>
            <a:ext cx="1038900" cy="258900"/>
          </a:xfrm>
          <a:prstGeom prst="rect">
            <a:avLst/>
          </a:prstGeom>
          <a:solidFill>
            <a:schemeClr val="accent1"/>
          </a:solidFill>
          <a:ln>
            <a:noFill/>
          </a:ln>
        </p:spPr>
        <p:txBody>
          <a:bodyPr anchorCtr="0" anchor="ctr" bIns="91425" lIns="91425" spcFirstLastPara="1" rIns="91425" wrap="square" tIns="91425">
            <a:noAutofit/>
          </a:bodyPr>
          <a:lstStyle>
            <a:lvl1pPr indent="-279400" lvl="0" marL="457200" rtl="0" algn="ctr">
              <a:spcBef>
                <a:spcPts val="0"/>
              </a:spcBef>
              <a:spcAft>
                <a:spcPts val="0"/>
              </a:spcAft>
              <a:buClr>
                <a:schemeClr val="lt1"/>
              </a:buClr>
              <a:buSzPts val="800"/>
              <a:buChar char="●"/>
              <a:defRPr sz="800">
                <a:solidFill>
                  <a:schemeClr val="lt1"/>
                </a:solidFill>
              </a:defRPr>
            </a:lvl1pPr>
            <a:lvl2pPr indent="-273050" lvl="1" marL="914400" rtl="0" algn="ctr">
              <a:spcBef>
                <a:spcPts val="0"/>
              </a:spcBef>
              <a:spcAft>
                <a:spcPts val="0"/>
              </a:spcAft>
              <a:buClr>
                <a:schemeClr val="lt1"/>
              </a:buClr>
              <a:buSzPts val="700"/>
              <a:buChar char="○"/>
              <a:defRPr sz="700">
                <a:solidFill>
                  <a:schemeClr val="lt1"/>
                </a:solidFill>
              </a:defRPr>
            </a:lvl2pPr>
            <a:lvl3pPr indent="-273050" lvl="2" marL="1371600" rtl="0" algn="ctr">
              <a:spcBef>
                <a:spcPts val="0"/>
              </a:spcBef>
              <a:spcAft>
                <a:spcPts val="0"/>
              </a:spcAft>
              <a:buClr>
                <a:schemeClr val="lt1"/>
              </a:buClr>
              <a:buSzPts val="700"/>
              <a:buChar char="■"/>
              <a:defRPr sz="700">
                <a:solidFill>
                  <a:schemeClr val="lt1"/>
                </a:solidFill>
              </a:defRPr>
            </a:lvl3pPr>
            <a:lvl4pPr indent="-273050" lvl="3" marL="1828800" rtl="0" algn="ctr">
              <a:spcBef>
                <a:spcPts val="0"/>
              </a:spcBef>
              <a:spcAft>
                <a:spcPts val="0"/>
              </a:spcAft>
              <a:buClr>
                <a:schemeClr val="lt1"/>
              </a:buClr>
              <a:buSzPts val="700"/>
              <a:buChar char="●"/>
              <a:defRPr sz="700">
                <a:solidFill>
                  <a:schemeClr val="lt1"/>
                </a:solidFill>
              </a:defRPr>
            </a:lvl4pPr>
            <a:lvl5pPr indent="-273050" lvl="4" marL="2286000" rtl="0" algn="ctr">
              <a:spcBef>
                <a:spcPts val="0"/>
              </a:spcBef>
              <a:spcAft>
                <a:spcPts val="0"/>
              </a:spcAft>
              <a:buClr>
                <a:schemeClr val="lt1"/>
              </a:buClr>
              <a:buSzPts val="700"/>
              <a:buChar char="○"/>
              <a:defRPr sz="700">
                <a:solidFill>
                  <a:schemeClr val="lt1"/>
                </a:solidFill>
              </a:defRPr>
            </a:lvl5pPr>
            <a:lvl6pPr indent="-273050" lvl="5" marL="2743200" rtl="0" algn="ctr">
              <a:spcBef>
                <a:spcPts val="0"/>
              </a:spcBef>
              <a:spcAft>
                <a:spcPts val="0"/>
              </a:spcAft>
              <a:buClr>
                <a:schemeClr val="lt1"/>
              </a:buClr>
              <a:buSzPts val="700"/>
              <a:buChar char="■"/>
              <a:defRPr sz="700">
                <a:solidFill>
                  <a:schemeClr val="lt1"/>
                </a:solidFill>
              </a:defRPr>
            </a:lvl6pPr>
            <a:lvl7pPr indent="-273050" lvl="6" marL="3200400" rtl="0" algn="ctr">
              <a:spcBef>
                <a:spcPts val="0"/>
              </a:spcBef>
              <a:spcAft>
                <a:spcPts val="0"/>
              </a:spcAft>
              <a:buClr>
                <a:schemeClr val="lt1"/>
              </a:buClr>
              <a:buSzPts val="700"/>
              <a:buChar char="●"/>
              <a:defRPr sz="700">
                <a:solidFill>
                  <a:schemeClr val="lt1"/>
                </a:solidFill>
              </a:defRPr>
            </a:lvl7pPr>
            <a:lvl8pPr indent="-273050" lvl="7" marL="3657600" rtl="0" algn="ctr">
              <a:spcBef>
                <a:spcPts val="0"/>
              </a:spcBef>
              <a:spcAft>
                <a:spcPts val="0"/>
              </a:spcAft>
              <a:buClr>
                <a:schemeClr val="lt1"/>
              </a:buClr>
              <a:buSzPts val="700"/>
              <a:buChar char="○"/>
              <a:defRPr sz="700">
                <a:solidFill>
                  <a:schemeClr val="lt1"/>
                </a:solidFill>
              </a:defRPr>
            </a:lvl8pPr>
            <a:lvl9pPr indent="-273050" lvl="8" marL="4114800" rtl="0" algn="ctr">
              <a:spcBef>
                <a:spcPts val="0"/>
              </a:spcBef>
              <a:spcAft>
                <a:spcPts val="0"/>
              </a:spcAft>
              <a:buClr>
                <a:schemeClr val="lt1"/>
              </a:buClr>
              <a:buSzPts val="700"/>
              <a:buChar char="■"/>
              <a:defRPr sz="700">
                <a:solidFill>
                  <a:schemeClr val="lt1"/>
                </a:solidFill>
              </a:defRPr>
            </a:lvl9pPr>
          </a:lstStyle>
          <a:p/>
        </p:txBody>
      </p:sp>
      <p:pic>
        <p:nvPicPr>
          <p:cNvPr id="58" name="Google Shape;58;p13"/>
          <p:cNvPicPr preferRelativeResize="0"/>
          <p:nvPr/>
        </p:nvPicPr>
        <p:blipFill>
          <a:blip r:embed="rId3">
            <a:alphaModFix/>
          </a:blip>
          <a:stretch>
            <a:fillRect/>
          </a:stretch>
        </p:blipFill>
        <p:spPr>
          <a:xfrm>
            <a:off x="7911352" y="4789579"/>
            <a:ext cx="936699" cy="140868"/>
          </a:xfrm>
          <a:prstGeom prst="rect">
            <a:avLst/>
          </a:prstGeom>
          <a:noFill/>
          <a:ln>
            <a:noFill/>
          </a:ln>
        </p:spPr>
      </p:pic>
      <p:sp>
        <p:nvSpPr>
          <p:cNvPr id="59" name="Google Shape;59;p13"/>
          <p:cNvSpPr txBox="1"/>
          <p:nvPr>
            <p:ph idx="5" type="body"/>
          </p:nvPr>
        </p:nvSpPr>
        <p:spPr>
          <a:xfrm>
            <a:off x="456775" y="3556138"/>
            <a:ext cx="6252300" cy="437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b="1" sz="1100">
                <a:solidFill>
                  <a:schemeClr val="lt1"/>
                </a:solidFill>
              </a:defRPr>
            </a:lvl1pPr>
            <a:lvl2pPr indent="-298450" lvl="1" marL="914400" rtl="0">
              <a:spcBef>
                <a:spcPts val="0"/>
              </a:spcBef>
              <a:spcAft>
                <a:spcPts val="0"/>
              </a:spcAft>
              <a:buClr>
                <a:schemeClr val="lt1"/>
              </a:buClr>
              <a:buSzPts val="1100"/>
              <a:buChar char="○"/>
              <a:defRPr b="1" sz="1100">
                <a:solidFill>
                  <a:schemeClr val="lt1"/>
                </a:solidFill>
              </a:defRPr>
            </a:lvl2pPr>
            <a:lvl3pPr indent="-298450" lvl="2" marL="1371600" rtl="0">
              <a:spcBef>
                <a:spcPts val="0"/>
              </a:spcBef>
              <a:spcAft>
                <a:spcPts val="0"/>
              </a:spcAft>
              <a:buClr>
                <a:schemeClr val="lt1"/>
              </a:buClr>
              <a:buSzPts val="1100"/>
              <a:buChar char="■"/>
              <a:defRPr b="1" sz="1100">
                <a:solidFill>
                  <a:schemeClr val="lt1"/>
                </a:solidFill>
              </a:defRPr>
            </a:lvl3pPr>
            <a:lvl4pPr indent="-298450" lvl="3" marL="1828800" rtl="0">
              <a:spcBef>
                <a:spcPts val="0"/>
              </a:spcBef>
              <a:spcAft>
                <a:spcPts val="0"/>
              </a:spcAft>
              <a:buClr>
                <a:schemeClr val="lt1"/>
              </a:buClr>
              <a:buSzPts val="1100"/>
              <a:buChar char="●"/>
              <a:defRPr b="1" sz="1100">
                <a:solidFill>
                  <a:schemeClr val="lt1"/>
                </a:solidFill>
              </a:defRPr>
            </a:lvl4pPr>
            <a:lvl5pPr indent="-298450" lvl="4" marL="2286000" rtl="0">
              <a:spcBef>
                <a:spcPts val="0"/>
              </a:spcBef>
              <a:spcAft>
                <a:spcPts val="0"/>
              </a:spcAft>
              <a:buClr>
                <a:schemeClr val="lt1"/>
              </a:buClr>
              <a:buSzPts val="1100"/>
              <a:buChar char="○"/>
              <a:defRPr b="1" sz="1100">
                <a:solidFill>
                  <a:schemeClr val="lt1"/>
                </a:solidFill>
              </a:defRPr>
            </a:lvl5pPr>
            <a:lvl6pPr indent="-298450" lvl="5" marL="2743200" rtl="0">
              <a:spcBef>
                <a:spcPts val="0"/>
              </a:spcBef>
              <a:spcAft>
                <a:spcPts val="0"/>
              </a:spcAft>
              <a:buClr>
                <a:schemeClr val="lt1"/>
              </a:buClr>
              <a:buSzPts val="1100"/>
              <a:buChar char="■"/>
              <a:defRPr b="1" sz="1100">
                <a:solidFill>
                  <a:schemeClr val="lt1"/>
                </a:solidFill>
              </a:defRPr>
            </a:lvl6pPr>
            <a:lvl7pPr indent="-298450" lvl="6" marL="3200400" rtl="0">
              <a:spcBef>
                <a:spcPts val="0"/>
              </a:spcBef>
              <a:spcAft>
                <a:spcPts val="0"/>
              </a:spcAft>
              <a:buClr>
                <a:schemeClr val="lt1"/>
              </a:buClr>
              <a:buSzPts val="1100"/>
              <a:buChar char="●"/>
              <a:defRPr b="1" sz="1100">
                <a:solidFill>
                  <a:schemeClr val="lt1"/>
                </a:solidFill>
              </a:defRPr>
            </a:lvl7pPr>
            <a:lvl8pPr indent="-298450" lvl="7" marL="3657600" rtl="0">
              <a:spcBef>
                <a:spcPts val="0"/>
              </a:spcBef>
              <a:spcAft>
                <a:spcPts val="0"/>
              </a:spcAft>
              <a:buClr>
                <a:schemeClr val="lt1"/>
              </a:buClr>
              <a:buSzPts val="1100"/>
              <a:buChar char="○"/>
              <a:defRPr b="1" sz="1100">
                <a:solidFill>
                  <a:schemeClr val="lt1"/>
                </a:solidFill>
              </a:defRPr>
            </a:lvl8pPr>
            <a:lvl9pPr indent="-298450" lvl="8" marL="4114800" rtl="0">
              <a:spcBef>
                <a:spcPts val="0"/>
              </a:spcBef>
              <a:spcAft>
                <a:spcPts val="0"/>
              </a:spcAft>
              <a:buClr>
                <a:schemeClr val="lt1"/>
              </a:buClr>
              <a:buSzPts val="1100"/>
              <a:buChar char="■"/>
              <a:defRPr b="1" sz="11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pic>
        <p:nvPicPr>
          <p:cNvPr id="67" name="Google Shape;67;p15"/>
          <p:cNvPicPr preferRelativeResize="0"/>
          <p:nvPr/>
        </p:nvPicPr>
        <p:blipFill>
          <a:blip r:embed="rId2">
            <a:alphaModFix/>
          </a:blip>
          <a:stretch>
            <a:fillRect/>
          </a:stretch>
        </p:blipFill>
        <p:spPr>
          <a:xfrm>
            <a:off x="0" y="-12"/>
            <a:ext cx="9144000" cy="5143500"/>
          </a:xfrm>
          <a:prstGeom prst="rect">
            <a:avLst/>
          </a:prstGeom>
          <a:noFill/>
          <a:ln>
            <a:noFill/>
          </a:ln>
        </p:spPr>
      </p:pic>
      <p:sp>
        <p:nvSpPr>
          <p:cNvPr id="68" name="Google Shape;68;p15"/>
          <p:cNvSpPr txBox="1"/>
          <p:nvPr>
            <p:ph type="title"/>
          </p:nvPr>
        </p:nvSpPr>
        <p:spPr>
          <a:xfrm>
            <a:off x="456775" y="1205725"/>
            <a:ext cx="7927800" cy="1205100"/>
          </a:xfrm>
          <a:prstGeom prst="rect">
            <a:avLst/>
          </a:prstGeom>
        </p:spPr>
        <p:txBody>
          <a:bodyPr anchorCtr="0" anchor="t" bIns="91425" lIns="91425" spcFirstLastPara="1" rIns="91425" wrap="square" tIns="91425">
            <a:spAutoFit/>
          </a:bodyPr>
          <a:lstStyle>
            <a:lvl1pPr lvl="0" rtl="0">
              <a:spcBef>
                <a:spcPts val="0"/>
              </a:spcBef>
              <a:spcAft>
                <a:spcPts val="0"/>
              </a:spcAft>
              <a:buClr>
                <a:schemeClr val="lt1"/>
              </a:buClr>
              <a:buSzPts val="8000"/>
              <a:buFont typeface="Oswald"/>
              <a:buNone/>
              <a:defRPr sz="8000">
                <a:solidFill>
                  <a:schemeClr val="lt1"/>
                </a:solidFill>
                <a:latin typeface="Oswald"/>
                <a:ea typeface="Oswald"/>
                <a:cs typeface="Oswald"/>
                <a:sym typeface="Oswald"/>
              </a:defRPr>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p:txBody>
      </p:sp>
      <p:sp>
        <p:nvSpPr>
          <p:cNvPr id="69" name="Google Shape;69;p15"/>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en"/>
              <a:t>‹#›</a:t>
            </a:fld>
            <a:endParaRPr/>
          </a:p>
        </p:txBody>
      </p:sp>
      <p:sp>
        <p:nvSpPr>
          <p:cNvPr id="70" name="Google Shape;70;p15"/>
          <p:cNvSpPr txBox="1"/>
          <p:nvPr>
            <p:ph idx="1" type="body"/>
          </p:nvPr>
        </p:nvSpPr>
        <p:spPr>
          <a:xfrm>
            <a:off x="456775" y="2449075"/>
            <a:ext cx="6252300" cy="437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lt1"/>
              </a:buClr>
              <a:buSzPts val="1800"/>
              <a:buChar char="•"/>
              <a:defRPr b="1" sz="1800">
                <a:solidFill>
                  <a:schemeClr val="lt1"/>
                </a:solidFill>
              </a:defRPr>
            </a:lvl1pPr>
            <a:lvl2pPr indent="-342900" lvl="1" marL="914400" rtl="0">
              <a:spcBef>
                <a:spcPts val="0"/>
              </a:spcBef>
              <a:spcAft>
                <a:spcPts val="0"/>
              </a:spcAft>
              <a:buClr>
                <a:schemeClr val="lt1"/>
              </a:buClr>
              <a:buSzPts val="1800"/>
              <a:buChar char="ー"/>
              <a:defRPr b="1" sz="1800">
                <a:solidFill>
                  <a:schemeClr val="lt1"/>
                </a:solidFill>
              </a:defRPr>
            </a:lvl2pPr>
            <a:lvl3pPr indent="-342900" lvl="2" marL="1371600" rtl="0">
              <a:spcBef>
                <a:spcPts val="0"/>
              </a:spcBef>
              <a:spcAft>
                <a:spcPts val="0"/>
              </a:spcAft>
              <a:buClr>
                <a:schemeClr val="lt1"/>
              </a:buClr>
              <a:buSzPts val="1800"/>
              <a:buChar char="■"/>
              <a:defRPr b="1" sz="1800">
                <a:solidFill>
                  <a:schemeClr val="lt1"/>
                </a:solidFill>
              </a:defRPr>
            </a:lvl3pPr>
            <a:lvl4pPr indent="-342900" lvl="3" marL="1828800" rtl="0">
              <a:spcBef>
                <a:spcPts val="0"/>
              </a:spcBef>
              <a:spcAft>
                <a:spcPts val="0"/>
              </a:spcAft>
              <a:buClr>
                <a:schemeClr val="lt1"/>
              </a:buClr>
              <a:buSzPts val="1800"/>
              <a:buChar char="●"/>
              <a:defRPr b="1" sz="1800">
                <a:solidFill>
                  <a:schemeClr val="lt1"/>
                </a:solidFill>
              </a:defRPr>
            </a:lvl4pPr>
            <a:lvl5pPr indent="-342900" lvl="4" marL="2286000" rtl="0">
              <a:spcBef>
                <a:spcPts val="0"/>
              </a:spcBef>
              <a:spcAft>
                <a:spcPts val="0"/>
              </a:spcAft>
              <a:buClr>
                <a:schemeClr val="lt1"/>
              </a:buClr>
              <a:buSzPts val="1800"/>
              <a:buChar char="○"/>
              <a:defRPr b="1" sz="1800">
                <a:solidFill>
                  <a:schemeClr val="lt1"/>
                </a:solidFill>
              </a:defRPr>
            </a:lvl5pPr>
            <a:lvl6pPr indent="-342900" lvl="5" marL="2743200" rtl="0">
              <a:spcBef>
                <a:spcPts val="0"/>
              </a:spcBef>
              <a:spcAft>
                <a:spcPts val="0"/>
              </a:spcAft>
              <a:buClr>
                <a:schemeClr val="lt1"/>
              </a:buClr>
              <a:buSzPts val="1800"/>
              <a:buChar char="■"/>
              <a:defRPr b="1" sz="1800">
                <a:solidFill>
                  <a:schemeClr val="lt1"/>
                </a:solidFill>
              </a:defRPr>
            </a:lvl6pPr>
            <a:lvl7pPr indent="-342900" lvl="6" marL="3200400" rtl="0">
              <a:spcBef>
                <a:spcPts val="0"/>
              </a:spcBef>
              <a:spcAft>
                <a:spcPts val="0"/>
              </a:spcAft>
              <a:buClr>
                <a:schemeClr val="lt1"/>
              </a:buClr>
              <a:buSzPts val="1800"/>
              <a:buChar char="●"/>
              <a:defRPr b="1" sz="1800">
                <a:solidFill>
                  <a:schemeClr val="lt1"/>
                </a:solidFill>
              </a:defRPr>
            </a:lvl7pPr>
            <a:lvl8pPr indent="-342900" lvl="7" marL="3657600" rtl="0">
              <a:spcBef>
                <a:spcPts val="0"/>
              </a:spcBef>
              <a:spcAft>
                <a:spcPts val="0"/>
              </a:spcAft>
              <a:buClr>
                <a:schemeClr val="lt1"/>
              </a:buClr>
              <a:buSzPts val="1800"/>
              <a:buChar char="○"/>
              <a:defRPr b="1" sz="1800">
                <a:solidFill>
                  <a:schemeClr val="lt1"/>
                </a:solidFill>
              </a:defRPr>
            </a:lvl8pPr>
            <a:lvl9pPr indent="-342900" lvl="8" marL="4114800" rtl="0">
              <a:spcBef>
                <a:spcPts val="0"/>
              </a:spcBef>
              <a:spcAft>
                <a:spcPts val="0"/>
              </a:spcAft>
              <a:buClr>
                <a:schemeClr val="lt1"/>
              </a:buClr>
              <a:buSzPts val="1800"/>
              <a:buChar char="■"/>
              <a:defRPr b="1" sz="1800">
                <a:solidFill>
                  <a:schemeClr val="lt1"/>
                </a:solidFill>
              </a:defRPr>
            </a:lvl9pPr>
          </a:lstStyle>
          <a:p/>
        </p:txBody>
      </p:sp>
      <p:sp>
        <p:nvSpPr>
          <p:cNvPr id="71" name="Google Shape;71;p15"/>
          <p:cNvSpPr txBox="1"/>
          <p:nvPr>
            <p:ph idx="2" type="body"/>
          </p:nvPr>
        </p:nvSpPr>
        <p:spPr>
          <a:xfrm>
            <a:off x="456775" y="3876588"/>
            <a:ext cx="6252300" cy="437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b="1" sz="1100">
                <a:solidFill>
                  <a:schemeClr val="lt1"/>
                </a:solidFill>
              </a:defRPr>
            </a:lvl1pPr>
            <a:lvl2pPr indent="-298450" lvl="1" marL="914400" rtl="0">
              <a:spcBef>
                <a:spcPts val="0"/>
              </a:spcBef>
              <a:spcAft>
                <a:spcPts val="0"/>
              </a:spcAft>
              <a:buClr>
                <a:schemeClr val="lt1"/>
              </a:buClr>
              <a:buSzPts val="1100"/>
              <a:buChar char="ー"/>
              <a:defRPr b="1" sz="1100">
                <a:solidFill>
                  <a:schemeClr val="lt1"/>
                </a:solidFill>
              </a:defRPr>
            </a:lvl2pPr>
            <a:lvl3pPr indent="-298450" lvl="2" marL="1371600" rtl="0">
              <a:spcBef>
                <a:spcPts val="0"/>
              </a:spcBef>
              <a:spcAft>
                <a:spcPts val="0"/>
              </a:spcAft>
              <a:buClr>
                <a:schemeClr val="lt1"/>
              </a:buClr>
              <a:buSzPts val="1100"/>
              <a:buChar char="■"/>
              <a:defRPr b="1" sz="1100">
                <a:solidFill>
                  <a:schemeClr val="lt1"/>
                </a:solidFill>
              </a:defRPr>
            </a:lvl3pPr>
            <a:lvl4pPr indent="-298450" lvl="3" marL="1828800" rtl="0">
              <a:spcBef>
                <a:spcPts val="0"/>
              </a:spcBef>
              <a:spcAft>
                <a:spcPts val="0"/>
              </a:spcAft>
              <a:buClr>
                <a:schemeClr val="lt1"/>
              </a:buClr>
              <a:buSzPts val="1100"/>
              <a:buChar char="●"/>
              <a:defRPr b="1" sz="1100">
                <a:solidFill>
                  <a:schemeClr val="lt1"/>
                </a:solidFill>
              </a:defRPr>
            </a:lvl4pPr>
            <a:lvl5pPr indent="-298450" lvl="4" marL="2286000" rtl="0">
              <a:spcBef>
                <a:spcPts val="0"/>
              </a:spcBef>
              <a:spcAft>
                <a:spcPts val="0"/>
              </a:spcAft>
              <a:buClr>
                <a:schemeClr val="lt1"/>
              </a:buClr>
              <a:buSzPts val="1100"/>
              <a:buChar char="○"/>
              <a:defRPr b="1" sz="1100">
                <a:solidFill>
                  <a:schemeClr val="lt1"/>
                </a:solidFill>
              </a:defRPr>
            </a:lvl5pPr>
            <a:lvl6pPr indent="-298450" lvl="5" marL="2743200" rtl="0">
              <a:spcBef>
                <a:spcPts val="0"/>
              </a:spcBef>
              <a:spcAft>
                <a:spcPts val="0"/>
              </a:spcAft>
              <a:buClr>
                <a:schemeClr val="lt1"/>
              </a:buClr>
              <a:buSzPts val="1100"/>
              <a:buChar char="■"/>
              <a:defRPr b="1" sz="1100">
                <a:solidFill>
                  <a:schemeClr val="lt1"/>
                </a:solidFill>
              </a:defRPr>
            </a:lvl6pPr>
            <a:lvl7pPr indent="-298450" lvl="6" marL="3200400" rtl="0">
              <a:spcBef>
                <a:spcPts val="0"/>
              </a:spcBef>
              <a:spcAft>
                <a:spcPts val="0"/>
              </a:spcAft>
              <a:buClr>
                <a:schemeClr val="lt1"/>
              </a:buClr>
              <a:buSzPts val="1100"/>
              <a:buChar char="●"/>
              <a:defRPr b="1" sz="1100">
                <a:solidFill>
                  <a:schemeClr val="lt1"/>
                </a:solidFill>
              </a:defRPr>
            </a:lvl7pPr>
            <a:lvl8pPr indent="-298450" lvl="7" marL="3657600" rtl="0">
              <a:spcBef>
                <a:spcPts val="0"/>
              </a:spcBef>
              <a:spcAft>
                <a:spcPts val="0"/>
              </a:spcAft>
              <a:buClr>
                <a:schemeClr val="lt1"/>
              </a:buClr>
              <a:buSzPts val="1100"/>
              <a:buChar char="○"/>
              <a:defRPr b="1" sz="1100">
                <a:solidFill>
                  <a:schemeClr val="lt1"/>
                </a:solidFill>
              </a:defRPr>
            </a:lvl8pPr>
            <a:lvl9pPr indent="-298450" lvl="8" marL="4114800" rtl="0">
              <a:spcBef>
                <a:spcPts val="0"/>
              </a:spcBef>
              <a:spcAft>
                <a:spcPts val="0"/>
              </a:spcAft>
              <a:buClr>
                <a:schemeClr val="lt1"/>
              </a:buClr>
              <a:buSzPts val="1100"/>
              <a:buChar char="■"/>
              <a:defRPr b="1" sz="1100">
                <a:solidFill>
                  <a:schemeClr val="lt1"/>
                </a:solidFill>
              </a:defRPr>
            </a:lvl9pPr>
          </a:lstStyle>
          <a:p/>
        </p:txBody>
      </p:sp>
      <p:sp>
        <p:nvSpPr>
          <p:cNvPr id="72" name="Google Shape;72;p15"/>
          <p:cNvSpPr txBox="1"/>
          <p:nvPr>
            <p:ph idx="3" type="body"/>
          </p:nvPr>
        </p:nvSpPr>
        <p:spPr>
          <a:xfrm>
            <a:off x="456775" y="4197038"/>
            <a:ext cx="6252300" cy="437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ー"/>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73" name="Google Shape;73;p15"/>
          <p:cNvSpPr txBox="1"/>
          <p:nvPr>
            <p:ph idx="4" type="body"/>
          </p:nvPr>
        </p:nvSpPr>
        <p:spPr>
          <a:xfrm>
            <a:off x="0" y="1850175"/>
            <a:ext cx="1038900" cy="258900"/>
          </a:xfrm>
          <a:prstGeom prst="rect">
            <a:avLst/>
          </a:prstGeom>
          <a:solidFill>
            <a:schemeClr val="accent1"/>
          </a:solidFill>
          <a:ln>
            <a:noFill/>
          </a:ln>
        </p:spPr>
        <p:txBody>
          <a:bodyPr anchorCtr="0" anchor="ctr" bIns="91425" lIns="91425" spcFirstLastPara="1" rIns="91425" wrap="square" tIns="91425">
            <a:noAutofit/>
          </a:bodyPr>
          <a:lstStyle>
            <a:lvl1pPr indent="-279400" lvl="0" marL="457200" rtl="0" algn="ctr">
              <a:spcBef>
                <a:spcPts val="0"/>
              </a:spcBef>
              <a:spcAft>
                <a:spcPts val="0"/>
              </a:spcAft>
              <a:buClr>
                <a:schemeClr val="lt1"/>
              </a:buClr>
              <a:buSzPts val="800"/>
              <a:buChar char="•"/>
              <a:defRPr sz="800">
                <a:solidFill>
                  <a:schemeClr val="lt1"/>
                </a:solidFill>
              </a:defRPr>
            </a:lvl1pPr>
            <a:lvl2pPr indent="-273050" lvl="1" marL="914400" rtl="0" algn="ctr">
              <a:spcBef>
                <a:spcPts val="0"/>
              </a:spcBef>
              <a:spcAft>
                <a:spcPts val="0"/>
              </a:spcAft>
              <a:buClr>
                <a:schemeClr val="lt1"/>
              </a:buClr>
              <a:buSzPts val="700"/>
              <a:buChar char="ー"/>
              <a:defRPr sz="700">
                <a:solidFill>
                  <a:schemeClr val="lt1"/>
                </a:solidFill>
              </a:defRPr>
            </a:lvl2pPr>
            <a:lvl3pPr indent="-273050" lvl="2" marL="1371600" rtl="0" algn="ctr">
              <a:spcBef>
                <a:spcPts val="0"/>
              </a:spcBef>
              <a:spcAft>
                <a:spcPts val="0"/>
              </a:spcAft>
              <a:buClr>
                <a:schemeClr val="lt1"/>
              </a:buClr>
              <a:buSzPts val="700"/>
              <a:buChar char="■"/>
              <a:defRPr sz="700">
                <a:solidFill>
                  <a:schemeClr val="lt1"/>
                </a:solidFill>
              </a:defRPr>
            </a:lvl3pPr>
            <a:lvl4pPr indent="-273050" lvl="3" marL="1828800" rtl="0" algn="ctr">
              <a:spcBef>
                <a:spcPts val="0"/>
              </a:spcBef>
              <a:spcAft>
                <a:spcPts val="0"/>
              </a:spcAft>
              <a:buClr>
                <a:schemeClr val="lt1"/>
              </a:buClr>
              <a:buSzPts val="700"/>
              <a:buChar char="●"/>
              <a:defRPr sz="700">
                <a:solidFill>
                  <a:schemeClr val="lt1"/>
                </a:solidFill>
              </a:defRPr>
            </a:lvl4pPr>
            <a:lvl5pPr indent="-273050" lvl="4" marL="2286000" rtl="0" algn="ctr">
              <a:spcBef>
                <a:spcPts val="0"/>
              </a:spcBef>
              <a:spcAft>
                <a:spcPts val="0"/>
              </a:spcAft>
              <a:buClr>
                <a:schemeClr val="lt1"/>
              </a:buClr>
              <a:buSzPts val="700"/>
              <a:buChar char="○"/>
              <a:defRPr sz="700">
                <a:solidFill>
                  <a:schemeClr val="lt1"/>
                </a:solidFill>
              </a:defRPr>
            </a:lvl5pPr>
            <a:lvl6pPr indent="-273050" lvl="5" marL="2743200" rtl="0" algn="ctr">
              <a:spcBef>
                <a:spcPts val="0"/>
              </a:spcBef>
              <a:spcAft>
                <a:spcPts val="0"/>
              </a:spcAft>
              <a:buClr>
                <a:schemeClr val="lt1"/>
              </a:buClr>
              <a:buSzPts val="700"/>
              <a:buChar char="■"/>
              <a:defRPr sz="700">
                <a:solidFill>
                  <a:schemeClr val="lt1"/>
                </a:solidFill>
              </a:defRPr>
            </a:lvl6pPr>
            <a:lvl7pPr indent="-273050" lvl="6" marL="3200400" rtl="0" algn="ctr">
              <a:spcBef>
                <a:spcPts val="0"/>
              </a:spcBef>
              <a:spcAft>
                <a:spcPts val="0"/>
              </a:spcAft>
              <a:buClr>
                <a:schemeClr val="lt1"/>
              </a:buClr>
              <a:buSzPts val="700"/>
              <a:buChar char="●"/>
              <a:defRPr sz="700">
                <a:solidFill>
                  <a:schemeClr val="lt1"/>
                </a:solidFill>
              </a:defRPr>
            </a:lvl7pPr>
            <a:lvl8pPr indent="-273050" lvl="7" marL="3657600" rtl="0" algn="ctr">
              <a:spcBef>
                <a:spcPts val="0"/>
              </a:spcBef>
              <a:spcAft>
                <a:spcPts val="0"/>
              </a:spcAft>
              <a:buClr>
                <a:schemeClr val="lt1"/>
              </a:buClr>
              <a:buSzPts val="700"/>
              <a:buChar char="○"/>
              <a:defRPr sz="700">
                <a:solidFill>
                  <a:schemeClr val="lt1"/>
                </a:solidFill>
              </a:defRPr>
            </a:lvl8pPr>
            <a:lvl9pPr indent="-273050" lvl="8" marL="4114800" rtl="0" algn="ctr">
              <a:spcBef>
                <a:spcPts val="0"/>
              </a:spcBef>
              <a:spcAft>
                <a:spcPts val="0"/>
              </a:spcAft>
              <a:buClr>
                <a:schemeClr val="lt1"/>
              </a:buClr>
              <a:buSzPts val="700"/>
              <a:buChar char="■"/>
              <a:defRPr sz="700">
                <a:solidFill>
                  <a:schemeClr val="lt1"/>
                </a:solidFill>
              </a:defRPr>
            </a:lvl9pPr>
          </a:lstStyle>
          <a:p/>
        </p:txBody>
      </p:sp>
      <p:pic>
        <p:nvPicPr>
          <p:cNvPr id="74" name="Google Shape;74;p15"/>
          <p:cNvPicPr preferRelativeResize="0"/>
          <p:nvPr/>
        </p:nvPicPr>
        <p:blipFill>
          <a:blip r:embed="rId3">
            <a:alphaModFix/>
          </a:blip>
          <a:stretch>
            <a:fillRect/>
          </a:stretch>
        </p:blipFill>
        <p:spPr>
          <a:xfrm>
            <a:off x="7911352" y="4789579"/>
            <a:ext cx="936699" cy="140868"/>
          </a:xfrm>
          <a:prstGeom prst="rect">
            <a:avLst/>
          </a:prstGeom>
          <a:noFill/>
          <a:ln>
            <a:noFill/>
          </a:ln>
        </p:spPr>
      </p:pic>
      <p:sp>
        <p:nvSpPr>
          <p:cNvPr id="75" name="Google Shape;75;p15"/>
          <p:cNvSpPr txBox="1"/>
          <p:nvPr>
            <p:ph idx="5" type="body"/>
          </p:nvPr>
        </p:nvSpPr>
        <p:spPr>
          <a:xfrm>
            <a:off x="456775" y="3556138"/>
            <a:ext cx="6252300" cy="437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b="1" sz="1100">
                <a:solidFill>
                  <a:schemeClr val="lt1"/>
                </a:solidFill>
              </a:defRPr>
            </a:lvl1pPr>
            <a:lvl2pPr indent="-298450" lvl="1" marL="914400" rtl="0">
              <a:spcBef>
                <a:spcPts val="0"/>
              </a:spcBef>
              <a:spcAft>
                <a:spcPts val="0"/>
              </a:spcAft>
              <a:buClr>
                <a:schemeClr val="lt1"/>
              </a:buClr>
              <a:buSzPts val="1100"/>
              <a:buChar char="ー"/>
              <a:defRPr b="1" sz="1100">
                <a:solidFill>
                  <a:schemeClr val="lt1"/>
                </a:solidFill>
              </a:defRPr>
            </a:lvl2pPr>
            <a:lvl3pPr indent="-298450" lvl="2" marL="1371600" rtl="0">
              <a:spcBef>
                <a:spcPts val="0"/>
              </a:spcBef>
              <a:spcAft>
                <a:spcPts val="0"/>
              </a:spcAft>
              <a:buClr>
                <a:schemeClr val="lt1"/>
              </a:buClr>
              <a:buSzPts val="1100"/>
              <a:buChar char="■"/>
              <a:defRPr b="1" sz="1100">
                <a:solidFill>
                  <a:schemeClr val="lt1"/>
                </a:solidFill>
              </a:defRPr>
            </a:lvl3pPr>
            <a:lvl4pPr indent="-298450" lvl="3" marL="1828800" rtl="0">
              <a:spcBef>
                <a:spcPts val="0"/>
              </a:spcBef>
              <a:spcAft>
                <a:spcPts val="0"/>
              </a:spcAft>
              <a:buClr>
                <a:schemeClr val="lt1"/>
              </a:buClr>
              <a:buSzPts val="1100"/>
              <a:buChar char="●"/>
              <a:defRPr b="1" sz="1100">
                <a:solidFill>
                  <a:schemeClr val="lt1"/>
                </a:solidFill>
              </a:defRPr>
            </a:lvl4pPr>
            <a:lvl5pPr indent="-298450" lvl="4" marL="2286000" rtl="0">
              <a:spcBef>
                <a:spcPts val="0"/>
              </a:spcBef>
              <a:spcAft>
                <a:spcPts val="0"/>
              </a:spcAft>
              <a:buClr>
                <a:schemeClr val="lt1"/>
              </a:buClr>
              <a:buSzPts val="1100"/>
              <a:buChar char="○"/>
              <a:defRPr b="1" sz="1100">
                <a:solidFill>
                  <a:schemeClr val="lt1"/>
                </a:solidFill>
              </a:defRPr>
            </a:lvl5pPr>
            <a:lvl6pPr indent="-298450" lvl="5" marL="2743200" rtl="0">
              <a:spcBef>
                <a:spcPts val="0"/>
              </a:spcBef>
              <a:spcAft>
                <a:spcPts val="0"/>
              </a:spcAft>
              <a:buClr>
                <a:schemeClr val="lt1"/>
              </a:buClr>
              <a:buSzPts val="1100"/>
              <a:buChar char="■"/>
              <a:defRPr b="1" sz="1100">
                <a:solidFill>
                  <a:schemeClr val="lt1"/>
                </a:solidFill>
              </a:defRPr>
            </a:lvl6pPr>
            <a:lvl7pPr indent="-298450" lvl="6" marL="3200400" rtl="0">
              <a:spcBef>
                <a:spcPts val="0"/>
              </a:spcBef>
              <a:spcAft>
                <a:spcPts val="0"/>
              </a:spcAft>
              <a:buClr>
                <a:schemeClr val="lt1"/>
              </a:buClr>
              <a:buSzPts val="1100"/>
              <a:buChar char="●"/>
              <a:defRPr b="1" sz="1100">
                <a:solidFill>
                  <a:schemeClr val="lt1"/>
                </a:solidFill>
              </a:defRPr>
            </a:lvl7pPr>
            <a:lvl8pPr indent="-298450" lvl="7" marL="3657600" rtl="0">
              <a:spcBef>
                <a:spcPts val="0"/>
              </a:spcBef>
              <a:spcAft>
                <a:spcPts val="0"/>
              </a:spcAft>
              <a:buClr>
                <a:schemeClr val="lt1"/>
              </a:buClr>
              <a:buSzPts val="1100"/>
              <a:buChar char="○"/>
              <a:defRPr b="1" sz="1100">
                <a:solidFill>
                  <a:schemeClr val="lt1"/>
                </a:solidFill>
              </a:defRPr>
            </a:lvl8pPr>
            <a:lvl9pPr indent="-298450" lvl="8" marL="4114800" rtl="0">
              <a:spcBef>
                <a:spcPts val="0"/>
              </a:spcBef>
              <a:spcAft>
                <a:spcPts val="0"/>
              </a:spcAft>
              <a:buClr>
                <a:schemeClr val="lt1"/>
              </a:buClr>
              <a:buSzPts val="1100"/>
              <a:buChar char="■"/>
              <a:defRPr b="1" sz="11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Gradient" type="secHead">
  <p:cSld name="SECTION_HEADER">
    <p:spTree>
      <p:nvGrpSpPr>
        <p:cNvPr id="76" name="Shape 76"/>
        <p:cNvGrpSpPr/>
        <p:nvPr/>
      </p:nvGrpSpPr>
      <p:grpSpPr>
        <a:xfrm>
          <a:off x="0" y="0"/>
          <a:ext cx="0" cy="0"/>
          <a:chOff x="0" y="0"/>
          <a:chExt cx="0" cy="0"/>
        </a:xfrm>
      </p:grpSpPr>
      <p:pic>
        <p:nvPicPr>
          <p:cNvPr id="77" name="Google Shape;77;p16"/>
          <p:cNvPicPr preferRelativeResize="0"/>
          <p:nvPr/>
        </p:nvPicPr>
        <p:blipFill>
          <a:blip r:embed="rId2">
            <a:alphaModFix/>
          </a:blip>
          <a:stretch>
            <a:fillRect/>
          </a:stretch>
        </p:blipFill>
        <p:spPr>
          <a:xfrm>
            <a:off x="0" y="-168100"/>
            <a:ext cx="9442848" cy="5311575"/>
          </a:xfrm>
          <a:prstGeom prst="rect">
            <a:avLst/>
          </a:prstGeom>
          <a:noFill/>
          <a:ln>
            <a:noFill/>
          </a:ln>
        </p:spPr>
      </p:pic>
      <p:sp>
        <p:nvSpPr>
          <p:cNvPr id="78" name="Google Shape;78;p16"/>
          <p:cNvSpPr txBox="1"/>
          <p:nvPr>
            <p:ph type="title"/>
          </p:nvPr>
        </p:nvSpPr>
        <p:spPr>
          <a:xfrm>
            <a:off x="311700" y="1960350"/>
            <a:ext cx="8520600" cy="841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3600"/>
              <a:buFont typeface="Oswald"/>
              <a:buNone/>
              <a:defRPr sz="3600">
                <a:solidFill>
                  <a:schemeClr val="lt1"/>
                </a:solidFill>
                <a:latin typeface="Oswald"/>
                <a:ea typeface="Oswald"/>
                <a:cs typeface="Oswald"/>
                <a:sym typeface="Oswal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9" name="Google Shape;79;p16"/>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en"/>
              <a:t>‹#›</a:t>
            </a:fld>
            <a:endParaRPr/>
          </a:p>
        </p:txBody>
      </p:sp>
      <p:pic>
        <p:nvPicPr>
          <p:cNvPr id="80" name="Google Shape;80;p16"/>
          <p:cNvPicPr preferRelativeResize="0"/>
          <p:nvPr/>
        </p:nvPicPr>
        <p:blipFill>
          <a:blip r:embed="rId3">
            <a:alphaModFix/>
          </a:blip>
          <a:stretch>
            <a:fillRect/>
          </a:stretch>
        </p:blipFill>
        <p:spPr>
          <a:xfrm>
            <a:off x="7911350" y="4789812"/>
            <a:ext cx="936699" cy="140425"/>
          </a:xfrm>
          <a:prstGeom prst="rect">
            <a:avLst/>
          </a:prstGeom>
          <a:noFill/>
          <a:ln>
            <a:noFill/>
          </a:ln>
        </p:spPr>
      </p:pic>
      <p:sp>
        <p:nvSpPr>
          <p:cNvPr id="81" name="Google Shape;81;p16"/>
          <p:cNvSpPr txBox="1"/>
          <p:nvPr>
            <p:ph idx="1" type="subTitle"/>
          </p:nvPr>
        </p:nvSpPr>
        <p:spPr>
          <a:xfrm>
            <a:off x="311700" y="2723050"/>
            <a:ext cx="3756000" cy="5379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400"/>
              <a:buNone/>
              <a:defRPr b="1">
                <a:solidFill>
                  <a:schemeClr val="lt1"/>
                </a:solidFill>
              </a:defRPr>
            </a:lvl1pPr>
            <a:lvl2pPr lvl="1" rtl="0">
              <a:spcBef>
                <a:spcPts val="0"/>
              </a:spcBef>
              <a:spcAft>
                <a:spcPts val="0"/>
              </a:spcAft>
              <a:buClr>
                <a:schemeClr val="lt1"/>
              </a:buClr>
              <a:buSzPts val="1400"/>
              <a:buNone/>
              <a:defRPr b="1">
                <a:solidFill>
                  <a:schemeClr val="lt1"/>
                </a:solidFill>
              </a:defRPr>
            </a:lvl2pPr>
            <a:lvl3pPr lvl="2" rtl="0">
              <a:spcBef>
                <a:spcPts val="0"/>
              </a:spcBef>
              <a:spcAft>
                <a:spcPts val="0"/>
              </a:spcAft>
              <a:buClr>
                <a:schemeClr val="lt1"/>
              </a:buClr>
              <a:buSzPts val="1400"/>
              <a:buNone/>
              <a:defRPr b="1">
                <a:solidFill>
                  <a:schemeClr val="lt1"/>
                </a:solidFill>
              </a:defRPr>
            </a:lvl3pPr>
            <a:lvl4pPr lvl="3" rtl="0">
              <a:spcBef>
                <a:spcPts val="0"/>
              </a:spcBef>
              <a:spcAft>
                <a:spcPts val="0"/>
              </a:spcAft>
              <a:buClr>
                <a:schemeClr val="lt1"/>
              </a:buClr>
              <a:buSzPts val="1400"/>
              <a:buNone/>
              <a:defRPr b="1">
                <a:solidFill>
                  <a:schemeClr val="lt1"/>
                </a:solidFill>
              </a:defRPr>
            </a:lvl4pPr>
            <a:lvl5pPr lvl="4" rtl="0">
              <a:spcBef>
                <a:spcPts val="0"/>
              </a:spcBef>
              <a:spcAft>
                <a:spcPts val="0"/>
              </a:spcAft>
              <a:buClr>
                <a:schemeClr val="lt1"/>
              </a:buClr>
              <a:buSzPts val="1400"/>
              <a:buNone/>
              <a:defRPr b="1">
                <a:solidFill>
                  <a:schemeClr val="lt1"/>
                </a:solidFill>
              </a:defRPr>
            </a:lvl5pPr>
            <a:lvl6pPr lvl="5" rtl="0">
              <a:spcBef>
                <a:spcPts val="0"/>
              </a:spcBef>
              <a:spcAft>
                <a:spcPts val="0"/>
              </a:spcAft>
              <a:buClr>
                <a:schemeClr val="lt1"/>
              </a:buClr>
              <a:buSzPts val="1400"/>
              <a:buNone/>
              <a:defRPr b="1">
                <a:solidFill>
                  <a:schemeClr val="lt1"/>
                </a:solidFill>
              </a:defRPr>
            </a:lvl6pPr>
            <a:lvl7pPr lvl="6" rtl="0">
              <a:spcBef>
                <a:spcPts val="0"/>
              </a:spcBef>
              <a:spcAft>
                <a:spcPts val="0"/>
              </a:spcAft>
              <a:buClr>
                <a:schemeClr val="lt1"/>
              </a:buClr>
              <a:buSzPts val="1400"/>
              <a:buNone/>
              <a:defRPr b="1">
                <a:solidFill>
                  <a:schemeClr val="lt1"/>
                </a:solidFill>
              </a:defRPr>
            </a:lvl7pPr>
            <a:lvl8pPr lvl="7" rtl="0">
              <a:spcBef>
                <a:spcPts val="0"/>
              </a:spcBef>
              <a:spcAft>
                <a:spcPts val="0"/>
              </a:spcAft>
              <a:buClr>
                <a:schemeClr val="lt1"/>
              </a:buClr>
              <a:buSzPts val="1400"/>
              <a:buNone/>
              <a:defRPr b="1">
                <a:solidFill>
                  <a:schemeClr val="lt1"/>
                </a:solidFill>
              </a:defRPr>
            </a:lvl8pPr>
            <a:lvl9pPr lvl="8" rtl="0">
              <a:spcBef>
                <a:spcPts val="0"/>
              </a:spcBef>
              <a:spcAft>
                <a:spcPts val="0"/>
              </a:spcAft>
              <a:buClr>
                <a:schemeClr val="lt1"/>
              </a:buClr>
              <a:buSzPts val="1400"/>
              <a:buNone/>
              <a:defRPr b="1">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7"/>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85" name="Google Shape;85;p17"/>
          <p:cNvSpPr txBox="1"/>
          <p:nvPr>
            <p:ph idx="1" type="body"/>
          </p:nvPr>
        </p:nvSpPr>
        <p:spPr>
          <a:xfrm>
            <a:off x="311700" y="1659800"/>
            <a:ext cx="8520600" cy="30033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Helvetica Neue"/>
              <a:buChar char="•"/>
              <a:defRPr>
                <a:solidFill>
                  <a:schemeClr val="dk1"/>
                </a:solidFill>
                <a:latin typeface="Helvetica Neue"/>
                <a:ea typeface="Helvetica Neue"/>
                <a:cs typeface="Helvetica Neue"/>
                <a:sym typeface="Helvetica Neue"/>
              </a:defRPr>
            </a:lvl1pPr>
            <a:lvl2pPr indent="-317500" lvl="1" marL="914400" rtl="0">
              <a:lnSpc>
                <a:spcPct val="115000"/>
              </a:lnSpc>
              <a:spcBef>
                <a:spcPts val="0"/>
              </a:spcBef>
              <a:spcAft>
                <a:spcPts val="0"/>
              </a:spcAft>
              <a:buClr>
                <a:schemeClr val="dk1"/>
              </a:buClr>
              <a:buSzPts val="1400"/>
              <a:buFont typeface="Helvetica Neue"/>
              <a:buChar char="ー"/>
              <a:defRPr>
                <a:solidFill>
                  <a:schemeClr val="dk1"/>
                </a:solidFill>
                <a:latin typeface="Helvetica Neue"/>
                <a:ea typeface="Helvetica Neue"/>
                <a:cs typeface="Helvetica Neue"/>
                <a:sym typeface="Helvetica Neue"/>
              </a:defRPr>
            </a:lvl2pPr>
            <a:lvl3pPr indent="-317500" lvl="2" marL="13716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3pPr>
            <a:lvl4pPr indent="-317500" lvl="3" marL="18288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4pPr>
            <a:lvl5pPr indent="-317500" lvl="4" marL="22860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5pPr>
            <a:lvl6pPr indent="-317500" lvl="5" marL="27432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6pPr>
            <a:lvl7pPr indent="-317500" lvl="6" marL="32004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7pPr>
            <a:lvl8pPr indent="-317500" lvl="7" marL="36576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8pPr>
            <a:lvl9pPr indent="-317500" lvl="8" marL="41148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9pPr>
          </a:lstStyle>
          <a:p/>
        </p:txBody>
      </p:sp>
      <p:sp>
        <p:nvSpPr>
          <p:cNvPr id="86" name="Google Shape;86;p17"/>
          <p:cNvSpPr txBox="1"/>
          <p:nvPr>
            <p:ph idx="2" type="subTitle"/>
          </p:nvPr>
        </p:nvSpPr>
        <p:spPr>
          <a:xfrm>
            <a:off x="311700" y="1069300"/>
            <a:ext cx="8520600" cy="4278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accent1"/>
              </a:buClr>
              <a:buSzPts val="1400"/>
              <a:buNone/>
              <a:defRPr b="1">
                <a:solidFill>
                  <a:schemeClr val="accent1"/>
                </a:solidFill>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_AND_BODY_1">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9" name="Google Shape;89;p18"/>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90" name="Google Shape;90;p18"/>
          <p:cNvSpPr txBox="1"/>
          <p:nvPr>
            <p:ph idx="1" type="subTitle"/>
          </p:nvPr>
        </p:nvSpPr>
        <p:spPr>
          <a:xfrm>
            <a:off x="311700" y="1232000"/>
            <a:ext cx="4609800" cy="4278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accent1"/>
              </a:buClr>
              <a:buSzPts val="1400"/>
              <a:buNone/>
              <a:defRPr b="1">
                <a:solidFill>
                  <a:schemeClr val="accent1"/>
                </a:solidFill>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p:txBody>
      </p:sp>
      <p:sp>
        <p:nvSpPr>
          <p:cNvPr id="91" name="Google Shape;91;p18"/>
          <p:cNvSpPr/>
          <p:nvPr>
            <p:ph idx="2" type="pic"/>
          </p:nvPr>
        </p:nvSpPr>
        <p:spPr>
          <a:xfrm>
            <a:off x="5223350" y="1308200"/>
            <a:ext cx="4609800" cy="3003300"/>
          </a:xfrm>
          <a:prstGeom prst="roundRect">
            <a:avLst>
              <a:gd fmla="val 4171" name="adj"/>
            </a:avLst>
          </a:prstGeom>
          <a:noFill/>
          <a:ln>
            <a:noFill/>
          </a:ln>
          <a:effectLst>
            <a:outerShdw blurRad="185738" rotWithShape="0" algn="bl" dir="2280000" dist="85725">
              <a:srgbClr val="999999">
                <a:alpha val="11000"/>
              </a:srgbClr>
            </a:outerShdw>
          </a:effectLst>
        </p:spPr>
      </p:sp>
      <p:sp>
        <p:nvSpPr>
          <p:cNvPr id="92" name="Google Shape;92;p18"/>
          <p:cNvSpPr txBox="1"/>
          <p:nvPr>
            <p:ph idx="3" type="body"/>
          </p:nvPr>
        </p:nvSpPr>
        <p:spPr>
          <a:xfrm>
            <a:off x="311700" y="1232000"/>
            <a:ext cx="4609800" cy="30033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6C38FF"/>
              </a:buClr>
              <a:buSzPts val="1400"/>
              <a:buFont typeface="Helvetica Neue"/>
              <a:buChar char="•"/>
              <a:defRPr>
                <a:solidFill>
                  <a:schemeClr val="dk1"/>
                </a:solidFill>
                <a:latin typeface="Helvetica Neue"/>
                <a:ea typeface="Helvetica Neue"/>
                <a:cs typeface="Helvetica Neue"/>
                <a:sym typeface="Helvetica Neue"/>
              </a:defRPr>
            </a:lvl1pPr>
            <a:lvl2pPr indent="-317500" lvl="1" marL="914400" rtl="0">
              <a:lnSpc>
                <a:spcPct val="115000"/>
              </a:lnSpc>
              <a:spcBef>
                <a:spcPts val="0"/>
              </a:spcBef>
              <a:spcAft>
                <a:spcPts val="0"/>
              </a:spcAft>
              <a:buClr>
                <a:schemeClr val="dk1"/>
              </a:buClr>
              <a:buSzPts val="1400"/>
              <a:buFont typeface="Helvetica Neue"/>
              <a:buChar char="ー"/>
              <a:defRPr>
                <a:solidFill>
                  <a:schemeClr val="dk1"/>
                </a:solidFill>
                <a:latin typeface="Helvetica Neue"/>
                <a:ea typeface="Helvetica Neue"/>
                <a:cs typeface="Helvetica Neue"/>
                <a:sym typeface="Helvetica Neue"/>
              </a:defRPr>
            </a:lvl2pPr>
            <a:lvl3pPr indent="-317500" lvl="2" marL="13716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3pPr>
            <a:lvl4pPr indent="-317500" lvl="3" marL="18288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4pPr>
            <a:lvl5pPr indent="-317500" lvl="4" marL="22860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5pPr>
            <a:lvl6pPr indent="-317500" lvl="5" marL="27432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6pPr>
            <a:lvl7pPr indent="-317500" lvl="6" marL="32004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7pPr>
            <a:lvl8pPr indent="-317500" lvl="7" marL="36576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8pPr>
            <a:lvl9pPr indent="-317500" lvl="8" marL="41148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5" name="Google Shape;95;p19"/>
          <p:cNvSpPr txBox="1"/>
          <p:nvPr>
            <p:ph idx="1" type="body"/>
          </p:nvPr>
        </p:nvSpPr>
        <p:spPr>
          <a:xfrm>
            <a:off x="311700" y="1659800"/>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ー"/>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6" name="Google Shape;96;p19"/>
          <p:cNvSpPr txBox="1"/>
          <p:nvPr>
            <p:ph idx="2" type="body"/>
          </p:nvPr>
        </p:nvSpPr>
        <p:spPr>
          <a:xfrm>
            <a:off x="4832400" y="1659800"/>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ー"/>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7" name="Google Shape;97;p19"/>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98" name="Google Shape;98;p19"/>
          <p:cNvSpPr txBox="1"/>
          <p:nvPr>
            <p:ph idx="3" type="subTitle"/>
          </p:nvPr>
        </p:nvSpPr>
        <p:spPr>
          <a:xfrm>
            <a:off x="311700" y="1232000"/>
            <a:ext cx="3999900" cy="4278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accent1"/>
              </a:buClr>
              <a:buSzPts val="1400"/>
              <a:buNone/>
              <a:defRPr b="1">
                <a:solidFill>
                  <a:schemeClr val="accent1"/>
                </a:solidFill>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p:txBody>
      </p:sp>
      <p:sp>
        <p:nvSpPr>
          <p:cNvPr id="99" name="Google Shape;99;p19"/>
          <p:cNvSpPr txBox="1"/>
          <p:nvPr>
            <p:ph idx="4" type="subTitle"/>
          </p:nvPr>
        </p:nvSpPr>
        <p:spPr>
          <a:xfrm>
            <a:off x="4832400" y="1232000"/>
            <a:ext cx="3999900" cy="4278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accent1"/>
              </a:buClr>
              <a:buSzPts val="1400"/>
              <a:buNone/>
              <a:defRPr b="1">
                <a:solidFill>
                  <a:schemeClr val="accent1"/>
                </a:solidFill>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TWO_COLUMNS_1">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20"/>
          <p:cNvSpPr txBox="1"/>
          <p:nvPr>
            <p:ph idx="1" type="body"/>
          </p:nvPr>
        </p:nvSpPr>
        <p:spPr>
          <a:xfrm>
            <a:off x="311700" y="2507125"/>
            <a:ext cx="2613300" cy="1923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ー"/>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03" name="Google Shape;103;p20"/>
          <p:cNvSpPr txBox="1"/>
          <p:nvPr>
            <p:ph idx="2" type="body"/>
          </p:nvPr>
        </p:nvSpPr>
        <p:spPr>
          <a:xfrm>
            <a:off x="3265284" y="2507125"/>
            <a:ext cx="2613300" cy="1923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ー"/>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04" name="Google Shape;104;p20"/>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05" name="Google Shape;105;p20"/>
          <p:cNvSpPr txBox="1"/>
          <p:nvPr>
            <p:ph idx="3" type="subTitle"/>
          </p:nvPr>
        </p:nvSpPr>
        <p:spPr>
          <a:xfrm>
            <a:off x="311700" y="2079325"/>
            <a:ext cx="2613300" cy="4278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accent1"/>
              </a:buClr>
              <a:buSzPts val="1400"/>
              <a:buNone/>
              <a:defRPr b="1">
                <a:solidFill>
                  <a:schemeClr val="accent1"/>
                </a:solidFill>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p:txBody>
      </p:sp>
      <p:sp>
        <p:nvSpPr>
          <p:cNvPr id="106" name="Google Shape;106;p20"/>
          <p:cNvSpPr txBox="1"/>
          <p:nvPr>
            <p:ph idx="4" type="subTitle"/>
          </p:nvPr>
        </p:nvSpPr>
        <p:spPr>
          <a:xfrm>
            <a:off x="3265283" y="2079325"/>
            <a:ext cx="2613300" cy="4278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accent1"/>
              </a:buClr>
              <a:buSzPts val="1400"/>
              <a:buNone/>
              <a:defRPr b="1">
                <a:solidFill>
                  <a:schemeClr val="accent1"/>
                </a:solidFill>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p:txBody>
      </p:sp>
      <p:sp>
        <p:nvSpPr>
          <p:cNvPr id="107" name="Google Shape;107;p20"/>
          <p:cNvSpPr txBox="1"/>
          <p:nvPr>
            <p:ph idx="5" type="body"/>
          </p:nvPr>
        </p:nvSpPr>
        <p:spPr>
          <a:xfrm>
            <a:off x="6218874" y="2507125"/>
            <a:ext cx="2613300" cy="1923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ー"/>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08" name="Google Shape;108;p20"/>
          <p:cNvSpPr txBox="1"/>
          <p:nvPr>
            <p:ph idx="6" type="subTitle"/>
          </p:nvPr>
        </p:nvSpPr>
        <p:spPr>
          <a:xfrm>
            <a:off x="6218872" y="2079325"/>
            <a:ext cx="2613300" cy="4278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accent1"/>
              </a:buClr>
              <a:buSzPts val="1400"/>
              <a:buNone/>
              <a:defRPr b="1">
                <a:solidFill>
                  <a:schemeClr val="accent1"/>
                </a:solidFill>
              </a:defRPr>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p:txBody>
      </p:sp>
      <p:sp>
        <p:nvSpPr>
          <p:cNvPr id="109" name="Google Shape;109;p20"/>
          <p:cNvSpPr/>
          <p:nvPr>
            <p:ph idx="7" type="pic"/>
          </p:nvPr>
        </p:nvSpPr>
        <p:spPr>
          <a:xfrm>
            <a:off x="1261800" y="1366225"/>
            <a:ext cx="713100" cy="713100"/>
          </a:xfrm>
          <a:prstGeom prst="rect">
            <a:avLst/>
          </a:prstGeom>
          <a:noFill/>
          <a:ln>
            <a:noFill/>
          </a:ln>
        </p:spPr>
      </p:sp>
      <p:sp>
        <p:nvSpPr>
          <p:cNvPr id="110" name="Google Shape;110;p20"/>
          <p:cNvSpPr/>
          <p:nvPr>
            <p:ph idx="8" type="pic"/>
          </p:nvPr>
        </p:nvSpPr>
        <p:spPr>
          <a:xfrm>
            <a:off x="4215383" y="1366225"/>
            <a:ext cx="713100" cy="713100"/>
          </a:xfrm>
          <a:prstGeom prst="rect">
            <a:avLst/>
          </a:prstGeom>
          <a:noFill/>
          <a:ln>
            <a:noFill/>
          </a:ln>
        </p:spPr>
      </p:sp>
      <p:sp>
        <p:nvSpPr>
          <p:cNvPr id="111" name="Google Shape;111;p20"/>
          <p:cNvSpPr/>
          <p:nvPr>
            <p:ph idx="9" type="pic"/>
          </p:nvPr>
        </p:nvSpPr>
        <p:spPr>
          <a:xfrm>
            <a:off x="7168972" y="1366225"/>
            <a:ext cx="713100" cy="7131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Slide">
  <p:cSld name="CAPTION_ONLY">
    <p:spTree>
      <p:nvGrpSpPr>
        <p:cNvPr id="112" name="Shape 112"/>
        <p:cNvGrpSpPr/>
        <p:nvPr/>
      </p:nvGrpSpPr>
      <p:grpSpPr>
        <a:xfrm>
          <a:off x="0" y="0"/>
          <a:ext cx="0" cy="0"/>
          <a:chOff x="0" y="0"/>
          <a:chExt cx="0" cy="0"/>
        </a:xfrm>
      </p:grpSpPr>
      <p:sp>
        <p:nvSpPr>
          <p:cNvPr id="113" name="Google Shape;113;p21"/>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 Image">
  <p:cSld name="CUSTOM">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17" name="Google Shape;117;p22"/>
          <p:cNvSpPr/>
          <p:nvPr>
            <p:ph idx="2" type="pic"/>
          </p:nvPr>
        </p:nvSpPr>
        <p:spPr>
          <a:xfrm>
            <a:off x="1343250" y="1252775"/>
            <a:ext cx="6457500" cy="3137100"/>
          </a:xfrm>
          <a:prstGeom prst="roundRect">
            <a:avLst>
              <a:gd fmla="val 3934" name="adj"/>
            </a:avLst>
          </a:prstGeom>
          <a:noFill/>
          <a:ln>
            <a:noFill/>
          </a:ln>
          <a:effectLst>
            <a:outerShdw blurRad="157163" rotWithShape="0" algn="bl" dir="5220000" dist="57150">
              <a:srgbClr val="000000">
                <a:alpha val="10000"/>
              </a:srgbClr>
            </a:outerShdw>
          </a:effectLst>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theme" Target="../theme/theme3.xml"/><Relationship Id="rId10" Type="http://schemas.openxmlformats.org/officeDocument/2006/relationships/slideLayout" Target="../slideLayouts/slideLayout20.xml"/><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4F4F4"/>
        </a:solidFill>
      </p:bgPr>
    </p:bg>
    <p:spTree>
      <p:nvGrpSpPr>
        <p:cNvPr id="60" name="Shape 60"/>
        <p:cNvGrpSpPr/>
        <p:nvPr/>
      </p:nvGrpSpPr>
      <p:grpSpPr>
        <a:xfrm>
          <a:off x="0" y="0"/>
          <a:ext cx="0" cy="0"/>
          <a:chOff x="0" y="0"/>
          <a:chExt cx="0" cy="0"/>
        </a:xfrm>
      </p:grpSpPr>
      <p:pic>
        <p:nvPicPr>
          <p:cNvPr id="61" name="Google Shape;61;p14"/>
          <p:cNvPicPr preferRelativeResize="0"/>
          <p:nvPr/>
        </p:nvPicPr>
        <p:blipFill>
          <a:blip r:embed="rId1">
            <a:alphaModFix/>
          </a:blip>
          <a:stretch>
            <a:fillRect/>
          </a:stretch>
        </p:blipFill>
        <p:spPr>
          <a:xfrm flipH="1">
            <a:off x="4970349" y="0"/>
            <a:ext cx="4173651" cy="1780700"/>
          </a:xfrm>
          <a:prstGeom prst="rect">
            <a:avLst/>
          </a:prstGeom>
          <a:noFill/>
          <a:ln>
            <a:noFill/>
          </a:ln>
        </p:spPr>
      </p:pic>
      <p:sp>
        <p:nvSpPr>
          <p:cNvPr id="62" name="Google Shape;62;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Font typeface="Helvetica Neue"/>
              <a:buNone/>
              <a:defRPr b="1" sz="2800">
                <a:solidFill>
                  <a:schemeClr val="dk1"/>
                </a:solidFill>
                <a:latin typeface="Helvetica Neue"/>
                <a:ea typeface="Helvetica Neue"/>
                <a:cs typeface="Helvetica Neue"/>
                <a:sym typeface="Helvetica Neue"/>
              </a:defRPr>
            </a:lvl1pPr>
            <a:lvl2pPr lvl="1" rtl="0">
              <a:spcBef>
                <a:spcPts val="0"/>
              </a:spcBef>
              <a:spcAft>
                <a:spcPts val="0"/>
              </a:spcAft>
              <a:buClr>
                <a:schemeClr val="dk1"/>
              </a:buClr>
              <a:buSzPts val="2800"/>
              <a:buFont typeface="Helvetica Neue"/>
              <a:buNone/>
              <a:defRPr b="1" sz="2800">
                <a:solidFill>
                  <a:schemeClr val="dk1"/>
                </a:solidFill>
                <a:latin typeface="Helvetica Neue"/>
                <a:ea typeface="Helvetica Neue"/>
                <a:cs typeface="Helvetica Neue"/>
                <a:sym typeface="Helvetica Neue"/>
              </a:defRPr>
            </a:lvl2pPr>
            <a:lvl3pPr lvl="2" rtl="0">
              <a:spcBef>
                <a:spcPts val="0"/>
              </a:spcBef>
              <a:spcAft>
                <a:spcPts val="0"/>
              </a:spcAft>
              <a:buClr>
                <a:schemeClr val="dk1"/>
              </a:buClr>
              <a:buSzPts val="2800"/>
              <a:buFont typeface="Helvetica Neue"/>
              <a:buNone/>
              <a:defRPr b="1" sz="2800">
                <a:solidFill>
                  <a:schemeClr val="dk1"/>
                </a:solidFill>
                <a:latin typeface="Helvetica Neue"/>
                <a:ea typeface="Helvetica Neue"/>
                <a:cs typeface="Helvetica Neue"/>
                <a:sym typeface="Helvetica Neue"/>
              </a:defRPr>
            </a:lvl3pPr>
            <a:lvl4pPr lvl="3" rtl="0">
              <a:spcBef>
                <a:spcPts val="0"/>
              </a:spcBef>
              <a:spcAft>
                <a:spcPts val="0"/>
              </a:spcAft>
              <a:buClr>
                <a:schemeClr val="dk1"/>
              </a:buClr>
              <a:buSzPts val="2800"/>
              <a:buFont typeface="Helvetica Neue"/>
              <a:buNone/>
              <a:defRPr b="1" sz="2800">
                <a:solidFill>
                  <a:schemeClr val="dk1"/>
                </a:solidFill>
                <a:latin typeface="Helvetica Neue"/>
                <a:ea typeface="Helvetica Neue"/>
                <a:cs typeface="Helvetica Neue"/>
                <a:sym typeface="Helvetica Neue"/>
              </a:defRPr>
            </a:lvl4pPr>
            <a:lvl5pPr lvl="4" rtl="0">
              <a:spcBef>
                <a:spcPts val="0"/>
              </a:spcBef>
              <a:spcAft>
                <a:spcPts val="0"/>
              </a:spcAft>
              <a:buClr>
                <a:schemeClr val="dk1"/>
              </a:buClr>
              <a:buSzPts val="2800"/>
              <a:buFont typeface="Helvetica Neue"/>
              <a:buNone/>
              <a:defRPr b="1" sz="2800">
                <a:solidFill>
                  <a:schemeClr val="dk1"/>
                </a:solidFill>
                <a:latin typeface="Helvetica Neue"/>
                <a:ea typeface="Helvetica Neue"/>
                <a:cs typeface="Helvetica Neue"/>
                <a:sym typeface="Helvetica Neue"/>
              </a:defRPr>
            </a:lvl5pPr>
            <a:lvl6pPr lvl="5" rtl="0">
              <a:spcBef>
                <a:spcPts val="0"/>
              </a:spcBef>
              <a:spcAft>
                <a:spcPts val="0"/>
              </a:spcAft>
              <a:buClr>
                <a:schemeClr val="dk1"/>
              </a:buClr>
              <a:buSzPts val="2800"/>
              <a:buFont typeface="Helvetica Neue"/>
              <a:buNone/>
              <a:defRPr b="1" sz="2800">
                <a:solidFill>
                  <a:schemeClr val="dk1"/>
                </a:solidFill>
                <a:latin typeface="Helvetica Neue"/>
                <a:ea typeface="Helvetica Neue"/>
                <a:cs typeface="Helvetica Neue"/>
                <a:sym typeface="Helvetica Neue"/>
              </a:defRPr>
            </a:lvl6pPr>
            <a:lvl7pPr lvl="6" rtl="0">
              <a:spcBef>
                <a:spcPts val="0"/>
              </a:spcBef>
              <a:spcAft>
                <a:spcPts val="0"/>
              </a:spcAft>
              <a:buClr>
                <a:schemeClr val="dk1"/>
              </a:buClr>
              <a:buSzPts val="2800"/>
              <a:buFont typeface="Helvetica Neue"/>
              <a:buNone/>
              <a:defRPr b="1" sz="2800">
                <a:solidFill>
                  <a:schemeClr val="dk1"/>
                </a:solidFill>
                <a:latin typeface="Helvetica Neue"/>
                <a:ea typeface="Helvetica Neue"/>
                <a:cs typeface="Helvetica Neue"/>
                <a:sym typeface="Helvetica Neue"/>
              </a:defRPr>
            </a:lvl7pPr>
            <a:lvl8pPr lvl="7" rtl="0">
              <a:spcBef>
                <a:spcPts val="0"/>
              </a:spcBef>
              <a:spcAft>
                <a:spcPts val="0"/>
              </a:spcAft>
              <a:buClr>
                <a:schemeClr val="dk1"/>
              </a:buClr>
              <a:buSzPts val="2800"/>
              <a:buFont typeface="Helvetica Neue"/>
              <a:buNone/>
              <a:defRPr b="1" sz="2800">
                <a:solidFill>
                  <a:schemeClr val="dk1"/>
                </a:solidFill>
                <a:latin typeface="Helvetica Neue"/>
                <a:ea typeface="Helvetica Neue"/>
                <a:cs typeface="Helvetica Neue"/>
                <a:sym typeface="Helvetica Neue"/>
              </a:defRPr>
            </a:lvl8pPr>
            <a:lvl9pPr lvl="8" rtl="0">
              <a:spcBef>
                <a:spcPts val="0"/>
              </a:spcBef>
              <a:spcAft>
                <a:spcPts val="0"/>
              </a:spcAft>
              <a:buClr>
                <a:schemeClr val="dk1"/>
              </a:buClr>
              <a:buSzPts val="2800"/>
              <a:buFont typeface="Helvetica Neue"/>
              <a:buNone/>
              <a:defRPr b="1" sz="2800">
                <a:solidFill>
                  <a:schemeClr val="dk1"/>
                </a:solidFill>
                <a:latin typeface="Helvetica Neue"/>
                <a:ea typeface="Helvetica Neue"/>
                <a:cs typeface="Helvetica Neue"/>
                <a:sym typeface="Helvetica Neue"/>
              </a:defRPr>
            </a:lvl9pPr>
          </a:lstStyle>
          <a:p/>
        </p:txBody>
      </p:sp>
      <p:sp>
        <p:nvSpPr>
          <p:cNvPr id="63" name="Google Shape;63;p14"/>
          <p:cNvSpPr txBox="1"/>
          <p:nvPr>
            <p:ph idx="1" type="body"/>
          </p:nvPr>
        </p:nvSpPr>
        <p:spPr>
          <a:xfrm>
            <a:off x="311700" y="1246825"/>
            <a:ext cx="8520600" cy="3416400"/>
          </a:xfrm>
          <a:prstGeom prst="rect">
            <a:avLst/>
          </a:prstGeom>
          <a:noFill/>
          <a:ln>
            <a:noFill/>
          </a:ln>
        </p:spPr>
        <p:txBody>
          <a:bodyPr anchorCtr="0" anchor="t" bIns="91425" lIns="91425" spcFirstLastPara="1" rIns="91425" wrap="square" tIns="91425">
            <a:normAutofit/>
          </a:bodyPr>
          <a:lstStyle>
            <a:lvl1pPr indent="-317500" lvl="0" marL="457200" rtl="0">
              <a:lnSpc>
                <a:spcPct val="115000"/>
              </a:lnSpc>
              <a:spcBef>
                <a:spcPts val="0"/>
              </a:spcBef>
              <a:spcAft>
                <a:spcPts val="0"/>
              </a:spcAft>
              <a:buClr>
                <a:srgbClr val="6C38FF"/>
              </a:buClr>
              <a:buSzPts val="1400"/>
              <a:buFont typeface="Helvetica Neue"/>
              <a:buChar char="•"/>
              <a:defRPr>
                <a:solidFill>
                  <a:schemeClr val="dk1"/>
                </a:solidFill>
                <a:latin typeface="Helvetica Neue"/>
                <a:ea typeface="Helvetica Neue"/>
                <a:cs typeface="Helvetica Neue"/>
                <a:sym typeface="Helvetica Neue"/>
              </a:defRPr>
            </a:lvl1pPr>
            <a:lvl2pPr indent="-317500" lvl="1" marL="914400" rtl="0">
              <a:lnSpc>
                <a:spcPct val="115000"/>
              </a:lnSpc>
              <a:spcBef>
                <a:spcPts val="0"/>
              </a:spcBef>
              <a:spcAft>
                <a:spcPts val="0"/>
              </a:spcAft>
              <a:buClr>
                <a:schemeClr val="dk1"/>
              </a:buClr>
              <a:buSzPts val="1400"/>
              <a:buFont typeface="Helvetica Neue"/>
              <a:buChar char="ー"/>
              <a:defRPr>
                <a:solidFill>
                  <a:schemeClr val="dk1"/>
                </a:solidFill>
                <a:latin typeface="Helvetica Neue"/>
                <a:ea typeface="Helvetica Neue"/>
                <a:cs typeface="Helvetica Neue"/>
                <a:sym typeface="Helvetica Neue"/>
              </a:defRPr>
            </a:lvl2pPr>
            <a:lvl3pPr indent="-317500" lvl="2" marL="13716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3pPr>
            <a:lvl4pPr indent="-317500" lvl="3" marL="18288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4pPr>
            <a:lvl5pPr indent="-317500" lvl="4" marL="22860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5pPr>
            <a:lvl6pPr indent="-317500" lvl="5" marL="27432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6pPr>
            <a:lvl7pPr indent="-317500" lvl="6" marL="32004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7pPr>
            <a:lvl8pPr indent="-317500" lvl="7" marL="36576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8pPr>
            <a:lvl9pPr indent="-317500" lvl="8" marL="4114800" rtl="0">
              <a:lnSpc>
                <a:spcPct val="115000"/>
              </a:lnSpc>
              <a:spcBef>
                <a:spcPts val="0"/>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9pPr>
          </a:lstStyle>
          <a:p/>
        </p:txBody>
      </p:sp>
      <p:sp>
        <p:nvSpPr>
          <p:cNvPr id="64" name="Google Shape;64;p14"/>
          <p:cNvSpPr txBox="1"/>
          <p:nvPr>
            <p:ph idx="12" type="sldNum"/>
          </p:nvPr>
        </p:nvSpPr>
        <p:spPr>
          <a:xfrm>
            <a:off x="295950" y="4663217"/>
            <a:ext cx="548700" cy="393600"/>
          </a:xfrm>
          <a:prstGeom prst="rect">
            <a:avLst/>
          </a:prstGeom>
          <a:noFill/>
          <a:ln>
            <a:noFill/>
          </a:ln>
        </p:spPr>
        <p:txBody>
          <a:bodyPr anchorCtr="0" anchor="ctr" bIns="91425" lIns="91425" spcFirstLastPara="1" rIns="91425" wrap="square" tIns="91425">
            <a:normAutofit/>
          </a:bodyPr>
          <a:lstStyle>
            <a:lvl1pPr lvl="0" rtl="0">
              <a:buNone/>
              <a:defRPr sz="1000">
                <a:solidFill>
                  <a:schemeClr val="dk2"/>
                </a:solidFill>
                <a:latin typeface="Helvetica Neue"/>
                <a:ea typeface="Helvetica Neue"/>
                <a:cs typeface="Helvetica Neue"/>
                <a:sym typeface="Helvetica Neue"/>
              </a:defRPr>
            </a:lvl1pPr>
            <a:lvl2pPr lvl="1" rtl="0">
              <a:buNone/>
              <a:defRPr sz="1000">
                <a:solidFill>
                  <a:schemeClr val="dk2"/>
                </a:solidFill>
                <a:latin typeface="Helvetica Neue"/>
                <a:ea typeface="Helvetica Neue"/>
                <a:cs typeface="Helvetica Neue"/>
                <a:sym typeface="Helvetica Neue"/>
              </a:defRPr>
            </a:lvl2pPr>
            <a:lvl3pPr lvl="2" rtl="0">
              <a:buNone/>
              <a:defRPr sz="1000">
                <a:solidFill>
                  <a:schemeClr val="dk2"/>
                </a:solidFill>
                <a:latin typeface="Helvetica Neue"/>
                <a:ea typeface="Helvetica Neue"/>
                <a:cs typeface="Helvetica Neue"/>
                <a:sym typeface="Helvetica Neue"/>
              </a:defRPr>
            </a:lvl3pPr>
            <a:lvl4pPr lvl="3" rtl="0">
              <a:buNone/>
              <a:defRPr sz="1000">
                <a:solidFill>
                  <a:schemeClr val="dk2"/>
                </a:solidFill>
                <a:latin typeface="Helvetica Neue"/>
                <a:ea typeface="Helvetica Neue"/>
                <a:cs typeface="Helvetica Neue"/>
                <a:sym typeface="Helvetica Neue"/>
              </a:defRPr>
            </a:lvl4pPr>
            <a:lvl5pPr lvl="4" rtl="0">
              <a:buNone/>
              <a:defRPr sz="1000">
                <a:solidFill>
                  <a:schemeClr val="dk2"/>
                </a:solidFill>
                <a:latin typeface="Helvetica Neue"/>
                <a:ea typeface="Helvetica Neue"/>
                <a:cs typeface="Helvetica Neue"/>
                <a:sym typeface="Helvetica Neue"/>
              </a:defRPr>
            </a:lvl5pPr>
            <a:lvl6pPr lvl="5" rtl="0">
              <a:buNone/>
              <a:defRPr sz="1000">
                <a:solidFill>
                  <a:schemeClr val="dk2"/>
                </a:solidFill>
                <a:latin typeface="Helvetica Neue"/>
                <a:ea typeface="Helvetica Neue"/>
                <a:cs typeface="Helvetica Neue"/>
                <a:sym typeface="Helvetica Neue"/>
              </a:defRPr>
            </a:lvl6pPr>
            <a:lvl7pPr lvl="6" rtl="0">
              <a:buNone/>
              <a:defRPr sz="1000">
                <a:solidFill>
                  <a:schemeClr val="dk2"/>
                </a:solidFill>
                <a:latin typeface="Helvetica Neue"/>
                <a:ea typeface="Helvetica Neue"/>
                <a:cs typeface="Helvetica Neue"/>
                <a:sym typeface="Helvetica Neue"/>
              </a:defRPr>
            </a:lvl7pPr>
            <a:lvl8pPr lvl="7" rtl="0">
              <a:buNone/>
              <a:defRPr sz="1000">
                <a:solidFill>
                  <a:schemeClr val="dk2"/>
                </a:solidFill>
                <a:latin typeface="Helvetica Neue"/>
                <a:ea typeface="Helvetica Neue"/>
                <a:cs typeface="Helvetica Neue"/>
                <a:sym typeface="Helvetica Neue"/>
              </a:defRPr>
            </a:lvl8pPr>
            <a:lvl9pPr lvl="8" rtl="0">
              <a:buNone/>
              <a:defRPr sz="1000">
                <a:solidFill>
                  <a:schemeClr val="dk2"/>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
              <a:t>‹#›</a:t>
            </a:fld>
            <a:endParaRPr/>
          </a:p>
        </p:txBody>
      </p:sp>
      <p:pic>
        <p:nvPicPr>
          <p:cNvPr id="65" name="Google Shape;65;p14"/>
          <p:cNvPicPr preferRelativeResize="0"/>
          <p:nvPr/>
        </p:nvPicPr>
        <p:blipFill>
          <a:blip r:embed="rId2">
            <a:alphaModFix/>
          </a:blip>
          <a:stretch>
            <a:fillRect/>
          </a:stretch>
        </p:blipFill>
        <p:spPr>
          <a:xfrm>
            <a:off x="7911350" y="4789812"/>
            <a:ext cx="936699" cy="1404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hyperlink" Target="https://www.anvilogic.com/" TargetMode="External"/><Relationship Id="rId4" Type="http://schemas.openxmlformats.org/officeDocument/2006/relationships/hyperlink" Target="https://www.gartner.com/reviews/market/security-information-event-management/vendor/anvilogic/product/anvilogic-platform" TargetMode="External"/><Relationship Id="rId5" Type="http://schemas.openxmlformats.org/officeDocument/2006/relationships/hyperlink" Target="https://www.anvilogic.com/customers" TargetMode="External"/><Relationship Id="rId6" Type="http://schemas.openxmlformats.org/officeDocument/2006/relationships/hyperlink" Target="https://www.anvilogic.com/pric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hyperlink" Target="https://www.hunters.security/en/blog/why-you-wont-see-a-copilot-announcemen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hyperlink" Target="https://www.hunters.security/en/blog/why-you-wont-see-a-copilot-announcemen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38250" y="1281925"/>
            <a:ext cx="8698200" cy="1416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ANVI</a:t>
            </a:r>
            <a:r>
              <a:rPr lang="en"/>
              <a:t>LOGIC</a:t>
            </a:r>
            <a:endParaRPr/>
          </a:p>
        </p:txBody>
      </p:sp>
      <p:sp>
        <p:nvSpPr>
          <p:cNvPr id="123" name="Google Shape;123;p23"/>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4" name="Google Shape;124;p23"/>
          <p:cNvSpPr txBox="1"/>
          <p:nvPr>
            <p:ph idx="4" type="body"/>
          </p:nvPr>
        </p:nvSpPr>
        <p:spPr>
          <a:xfrm>
            <a:off x="155450" y="1023025"/>
            <a:ext cx="1995300" cy="2589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a:t>COMPETITIVE BRIEF</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130" name="Google Shape;130;p24"/>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fld id="{00000000-1234-1234-1234-123412341234}" type="slidenum">
              <a:rPr lang="en"/>
              <a:t>‹#›</a:t>
            </a:fld>
            <a:endParaRPr/>
          </a:p>
        </p:txBody>
      </p:sp>
      <p:sp>
        <p:nvSpPr>
          <p:cNvPr id="131" name="Google Shape;131;p24"/>
          <p:cNvSpPr txBox="1"/>
          <p:nvPr>
            <p:ph idx="1" type="body"/>
          </p:nvPr>
        </p:nvSpPr>
        <p:spPr>
          <a:xfrm>
            <a:off x="311700" y="1659800"/>
            <a:ext cx="8520600" cy="3003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accent1"/>
              </a:buClr>
              <a:buSzPts val="1400"/>
              <a:buChar char="•"/>
            </a:pPr>
            <a:r>
              <a:rPr lang="en"/>
              <a:t>Overview</a:t>
            </a:r>
            <a:endParaRPr/>
          </a:p>
          <a:p>
            <a:pPr indent="-317500" lvl="0" marL="457200" rtl="0" algn="l">
              <a:spcBef>
                <a:spcPts val="0"/>
              </a:spcBef>
              <a:spcAft>
                <a:spcPts val="0"/>
              </a:spcAft>
              <a:buSzPts val="1400"/>
              <a:buChar char="•"/>
            </a:pPr>
            <a:r>
              <a:rPr lang="en"/>
              <a:t>Their Weaknesses, Our Advantages</a:t>
            </a:r>
            <a:endParaRPr/>
          </a:p>
          <a:p>
            <a:pPr indent="-317500" lvl="0" marL="457200" rtl="0" algn="l">
              <a:spcBef>
                <a:spcPts val="0"/>
              </a:spcBef>
              <a:spcAft>
                <a:spcPts val="0"/>
              </a:spcAft>
              <a:buSzPts val="1400"/>
              <a:buChar char="•"/>
            </a:pPr>
            <a:r>
              <a:rPr lang="en"/>
              <a:t>Anvilogic’s Advantages, Hunters’ Response</a:t>
            </a:r>
            <a:endParaRPr/>
          </a:p>
          <a:p>
            <a:pPr indent="-317500" lvl="0" marL="457200" rtl="0" algn="l">
              <a:spcBef>
                <a:spcPts val="0"/>
              </a:spcBef>
              <a:spcAft>
                <a:spcPts val="0"/>
              </a:spcAft>
              <a:buSzPts val="1400"/>
              <a:buChar char="•"/>
            </a:pPr>
            <a:r>
              <a:rPr lang="en"/>
              <a:t>Qualification Questions for Splunk Customers</a:t>
            </a:r>
            <a:endParaRPr/>
          </a:p>
          <a:p>
            <a:pPr indent="-317500" lvl="0" marL="457200" rtl="0" algn="l">
              <a:spcBef>
                <a:spcPts val="0"/>
              </a:spcBef>
              <a:spcAft>
                <a:spcPts val="0"/>
              </a:spcAft>
              <a:buSzPts val="1400"/>
              <a:buChar char="•"/>
            </a:pPr>
            <a:r>
              <a:rPr lang="en"/>
              <a:t>Trap Setting Questions</a:t>
            </a:r>
            <a:endParaRPr/>
          </a:p>
          <a:p>
            <a:pPr indent="-317500" lvl="0" marL="457200" rtl="0" algn="l">
              <a:spcBef>
                <a:spcPts val="0"/>
              </a:spcBef>
              <a:spcAft>
                <a:spcPts val="0"/>
              </a:spcAft>
              <a:buSzPts val="1400"/>
              <a:buChar char="•"/>
            </a:pPr>
            <a:r>
              <a:rPr lang="en"/>
              <a:t>An anecdote on Splunk and Anvilogic</a:t>
            </a:r>
            <a:endParaRPr/>
          </a:p>
          <a:p>
            <a:pPr indent="0" lvl="0" marL="0" rtl="0" algn="l">
              <a:spcBef>
                <a:spcPts val="1200"/>
              </a:spcBef>
              <a:spcAft>
                <a:spcPts val="1200"/>
              </a:spcAft>
              <a:buNone/>
            </a:pPr>
            <a:r>
              <a:t/>
            </a:r>
            <a:endParaRPr/>
          </a:p>
        </p:txBody>
      </p:sp>
      <p:sp>
        <p:nvSpPr>
          <p:cNvPr id="132" name="Google Shape;132;p24"/>
          <p:cNvSpPr txBox="1"/>
          <p:nvPr>
            <p:ph idx="2" type="subTitle"/>
          </p:nvPr>
        </p:nvSpPr>
        <p:spPr>
          <a:xfrm>
            <a:off x="311700" y="1069300"/>
            <a:ext cx="8520600" cy="427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this session we will cover: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101975" y="65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a:t>
            </a:r>
            <a:endParaRPr/>
          </a:p>
        </p:txBody>
      </p:sp>
      <p:sp>
        <p:nvSpPr>
          <p:cNvPr id="138" name="Google Shape;138;p25"/>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fld id="{00000000-1234-1234-1234-123412341234}" type="slidenum">
              <a:rPr lang="en"/>
              <a:t>‹#›</a:t>
            </a:fld>
            <a:endParaRPr/>
          </a:p>
        </p:txBody>
      </p:sp>
      <p:sp>
        <p:nvSpPr>
          <p:cNvPr id="139" name="Google Shape;139;p25"/>
          <p:cNvSpPr txBox="1"/>
          <p:nvPr>
            <p:ph idx="1" type="body"/>
          </p:nvPr>
        </p:nvSpPr>
        <p:spPr>
          <a:xfrm>
            <a:off x="101975" y="911475"/>
            <a:ext cx="4788000" cy="284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Founded in 2019</a:t>
            </a:r>
            <a:endParaRPr/>
          </a:p>
          <a:p>
            <a:pPr indent="-317500" lvl="0" marL="457200" rtl="0" algn="l">
              <a:spcBef>
                <a:spcPts val="0"/>
              </a:spcBef>
              <a:spcAft>
                <a:spcPts val="0"/>
              </a:spcAft>
              <a:buSzPts val="1400"/>
              <a:buChar char="•"/>
            </a:pPr>
            <a:r>
              <a:rPr lang="en"/>
              <a:t>Product is the Anvilogic Detection Engineering and Hunting Platform</a:t>
            </a:r>
            <a:endParaRPr/>
          </a:p>
          <a:p>
            <a:pPr indent="-317500" lvl="0" marL="457200" rtl="0" algn="l">
              <a:spcBef>
                <a:spcPts val="0"/>
              </a:spcBef>
              <a:spcAft>
                <a:spcPts val="0"/>
              </a:spcAft>
              <a:buSzPts val="1400"/>
              <a:buChar char="•"/>
            </a:pPr>
            <a:r>
              <a:rPr lang="en"/>
              <a:t>Customers keep existing SIEM, don’t replace it with Anvilogic</a:t>
            </a:r>
            <a:endParaRPr/>
          </a:p>
          <a:p>
            <a:pPr indent="-304800" lvl="0" marL="457200" rtl="0" algn="l">
              <a:spcBef>
                <a:spcPts val="0"/>
              </a:spcBef>
              <a:spcAft>
                <a:spcPts val="0"/>
              </a:spcAft>
              <a:buSzPts val="1200"/>
              <a:buChar char="•"/>
            </a:pPr>
            <a:r>
              <a:rPr lang="en">
                <a:solidFill>
                  <a:srgbClr val="000000"/>
                </a:solidFill>
              </a:rPr>
              <a:t>Not having to rip and replace your SIEM is a key value proposition</a:t>
            </a:r>
            <a:endParaRPr sz="1200"/>
          </a:p>
          <a:p>
            <a:pPr indent="-317500" lvl="0" marL="457200" rtl="0" algn="l">
              <a:spcBef>
                <a:spcPts val="0"/>
              </a:spcBef>
              <a:spcAft>
                <a:spcPts val="0"/>
              </a:spcAft>
              <a:buSzPts val="1400"/>
              <a:buChar char="•"/>
            </a:pPr>
            <a:r>
              <a:rPr lang="en"/>
              <a:t>Move security data to Snowflake</a:t>
            </a:r>
            <a:endParaRPr/>
          </a:p>
          <a:p>
            <a:pPr indent="-317500" lvl="0" marL="457200" rtl="0" algn="l">
              <a:spcBef>
                <a:spcPts val="0"/>
              </a:spcBef>
              <a:spcAft>
                <a:spcPts val="0"/>
              </a:spcAft>
              <a:buSzPts val="1400"/>
              <a:buChar char="•"/>
            </a:pPr>
            <a:r>
              <a:rPr lang="en"/>
              <a:t>One of Snowflake’s four SIEM partners</a:t>
            </a:r>
            <a:endParaRPr/>
          </a:p>
          <a:p>
            <a:pPr indent="-317500" lvl="0" marL="457200" rtl="0" algn="l">
              <a:spcBef>
                <a:spcPts val="0"/>
              </a:spcBef>
              <a:spcAft>
                <a:spcPts val="0"/>
              </a:spcAft>
              <a:buSzPts val="1400"/>
              <a:buChar char="•"/>
            </a:pPr>
            <a:r>
              <a:rPr lang="en"/>
              <a:t>Snowflake invested in Anvilogic in May 2024</a:t>
            </a:r>
            <a:endParaRPr/>
          </a:p>
          <a:p>
            <a:pPr indent="0" lvl="0" marL="0" rtl="0" algn="l">
              <a:spcBef>
                <a:spcPts val="1200"/>
              </a:spcBef>
              <a:spcAft>
                <a:spcPts val="0"/>
              </a:spcAft>
              <a:buNone/>
            </a:pPr>
            <a:r>
              <a:rPr b="1" lang="en">
                <a:solidFill>
                  <a:schemeClr val="accent1"/>
                </a:solidFill>
              </a:rPr>
              <a:t>Where we encounter them</a:t>
            </a:r>
            <a:endParaRPr b="1">
              <a:solidFill>
                <a:schemeClr val="accent1"/>
              </a:solidFill>
            </a:endParaRPr>
          </a:p>
          <a:p>
            <a:pPr indent="-317500" lvl="0" marL="457200" rtl="0" algn="l">
              <a:spcBef>
                <a:spcPts val="1200"/>
              </a:spcBef>
              <a:spcAft>
                <a:spcPts val="0"/>
              </a:spcAft>
              <a:buSzPts val="1400"/>
              <a:buChar char="•"/>
            </a:pPr>
            <a:r>
              <a:rPr lang="en"/>
              <a:t>P</a:t>
            </a:r>
            <a:r>
              <a:rPr lang="en"/>
              <a:t>rospect using Splunk as SIEM</a:t>
            </a:r>
            <a:endParaRPr/>
          </a:p>
          <a:p>
            <a:pPr indent="-317500" lvl="0" marL="457200" rtl="0" algn="l">
              <a:spcBef>
                <a:spcPts val="0"/>
              </a:spcBef>
              <a:spcAft>
                <a:spcPts val="0"/>
              </a:spcAft>
              <a:buSzPts val="1400"/>
              <a:buChar char="•"/>
            </a:pPr>
            <a:r>
              <a:rPr lang="en"/>
              <a:t>Interested in Snowflake as security data lake</a:t>
            </a:r>
            <a:endParaRPr/>
          </a:p>
        </p:txBody>
      </p:sp>
      <p:sp>
        <p:nvSpPr>
          <p:cNvPr id="140" name="Google Shape;140;p25"/>
          <p:cNvSpPr txBox="1"/>
          <p:nvPr>
            <p:ph idx="2" type="subTitle"/>
          </p:nvPr>
        </p:nvSpPr>
        <p:spPr>
          <a:xfrm>
            <a:off x="311700" y="563000"/>
            <a:ext cx="4260300" cy="427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Overview</a:t>
            </a:r>
            <a:endParaRPr/>
          </a:p>
        </p:txBody>
      </p:sp>
      <p:sp>
        <p:nvSpPr>
          <p:cNvPr id="141" name="Google Shape;141;p25"/>
          <p:cNvSpPr txBox="1"/>
          <p:nvPr>
            <p:ph idx="1" type="body"/>
          </p:nvPr>
        </p:nvSpPr>
        <p:spPr>
          <a:xfrm>
            <a:off x="4572000" y="1167525"/>
            <a:ext cx="4260300" cy="3003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Customers come from many different verticals such as retail, technology, higher education and commercial banking and include well-known companies like SAP,  and eBay as well as smaller organizations like a travel expense company Navan.</a:t>
            </a:r>
            <a:endParaRPr/>
          </a:p>
          <a:p>
            <a:pPr indent="0" lvl="0" marL="0" rtl="0" algn="l">
              <a:spcBef>
                <a:spcPts val="1200"/>
              </a:spcBef>
              <a:spcAft>
                <a:spcPts val="0"/>
              </a:spcAft>
              <a:buNone/>
            </a:pPr>
            <a:r>
              <a:rPr b="1" lang="en">
                <a:solidFill>
                  <a:schemeClr val="accent1"/>
                </a:solidFill>
              </a:rPr>
              <a:t>Resources</a:t>
            </a:r>
            <a:endParaRPr b="1">
              <a:solidFill>
                <a:schemeClr val="accent1"/>
              </a:solidFill>
            </a:endParaRPr>
          </a:p>
          <a:p>
            <a:pPr indent="-317500" lvl="0" marL="457200" rtl="0" algn="l">
              <a:spcBef>
                <a:spcPts val="1200"/>
              </a:spcBef>
              <a:spcAft>
                <a:spcPts val="0"/>
              </a:spcAft>
              <a:buSzPts val="1400"/>
              <a:buChar char="•"/>
            </a:pPr>
            <a:r>
              <a:rPr lang="en" u="sng">
                <a:solidFill>
                  <a:schemeClr val="hlink"/>
                </a:solidFill>
                <a:hlinkClick r:id="rId3"/>
              </a:rPr>
              <a:t>Website</a:t>
            </a:r>
            <a:endParaRPr/>
          </a:p>
          <a:p>
            <a:pPr indent="-317500" lvl="0" marL="457200" rtl="0" algn="l">
              <a:spcBef>
                <a:spcPts val="0"/>
              </a:spcBef>
              <a:spcAft>
                <a:spcPts val="0"/>
              </a:spcAft>
              <a:buSzPts val="1400"/>
              <a:buChar char="•"/>
            </a:pPr>
            <a:r>
              <a:rPr lang="en" u="sng">
                <a:solidFill>
                  <a:schemeClr val="hlink"/>
                </a:solidFill>
                <a:hlinkClick r:id="rId4"/>
              </a:rPr>
              <a:t>Gartner peer reviews</a:t>
            </a:r>
            <a:endParaRPr/>
          </a:p>
          <a:p>
            <a:pPr indent="-317500" lvl="0" marL="457200" rtl="0" algn="l">
              <a:spcBef>
                <a:spcPts val="0"/>
              </a:spcBef>
              <a:spcAft>
                <a:spcPts val="0"/>
              </a:spcAft>
              <a:buSzPts val="1400"/>
              <a:buChar char="•"/>
            </a:pPr>
            <a:r>
              <a:rPr lang="en" u="sng">
                <a:solidFill>
                  <a:schemeClr val="hlink"/>
                </a:solidFill>
                <a:hlinkClick r:id="rId5"/>
              </a:rPr>
              <a:t>Customer page</a:t>
            </a:r>
            <a:endParaRPr/>
          </a:p>
          <a:p>
            <a:pPr indent="-317500" lvl="0" marL="457200" rtl="0" algn="l">
              <a:spcBef>
                <a:spcPts val="0"/>
              </a:spcBef>
              <a:spcAft>
                <a:spcPts val="0"/>
              </a:spcAft>
              <a:buSzPts val="1400"/>
              <a:buChar char="•"/>
            </a:pPr>
            <a:r>
              <a:rPr lang="en" u="sng">
                <a:solidFill>
                  <a:schemeClr val="hlink"/>
                </a:solidFill>
                <a:hlinkClick r:id="rId6"/>
              </a:rPr>
              <a:t>Pricing</a:t>
            </a:r>
            <a:endParaRPr/>
          </a:p>
          <a:p>
            <a:pPr indent="0" lvl="0" marL="0" rtl="0" algn="l">
              <a:spcBef>
                <a:spcPts val="1200"/>
              </a:spcBef>
              <a:spcAft>
                <a:spcPts val="1200"/>
              </a:spcAft>
              <a:buNone/>
            </a:pPr>
            <a:r>
              <a:t/>
            </a:r>
            <a:endParaRPr/>
          </a:p>
        </p:txBody>
      </p:sp>
      <p:sp>
        <p:nvSpPr>
          <p:cNvPr id="142" name="Google Shape;142;p25"/>
          <p:cNvSpPr txBox="1"/>
          <p:nvPr>
            <p:ph idx="2" type="subTitle"/>
          </p:nvPr>
        </p:nvSpPr>
        <p:spPr>
          <a:xfrm>
            <a:off x="4572000" y="689175"/>
            <a:ext cx="4260300" cy="427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Customers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Anvilogic’s Weaknesses, Hunters’ Advantages</a:t>
            </a:r>
            <a:endParaRPr/>
          </a:p>
        </p:txBody>
      </p:sp>
      <p:sp>
        <p:nvSpPr>
          <p:cNvPr id="148" name="Google Shape;148;p26"/>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fld id="{00000000-1234-1234-1234-123412341234}" type="slidenum">
              <a:rPr lang="en"/>
              <a:t>‹#›</a:t>
            </a:fld>
            <a:endParaRPr/>
          </a:p>
        </p:txBody>
      </p:sp>
      <p:graphicFrame>
        <p:nvGraphicFramePr>
          <p:cNvPr id="149" name="Google Shape;149;p26"/>
          <p:cNvGraphicFramePr/>
          <p:nvPr/>
        </p:nvGraphicFramePr>
        <p:xfrm>
          <a:off x="354525" y="689200"/>
          <a:ext cx="3000000" cy="3000000"/>
        </p:xfrm>
        <a:graphic>
          <a:graphicData uri="http://schemas.openxmlformats.org/drawingml/2006/table">
            <a:tbl>
              <a:tblPr>
                <a:noFill/>
                <a:tableStyleId>{001F37E5-0BB9-4E75-9881-56DED6A76CD2}</a:tableStyleId>
              </a:tblPr>
              <a:tblGrid>
                <a:gridCol w="3761200"/>
                <a:gridCol w="4673750"/>
              </a:tblGrid>
              <a:tr h="310500">
                <a:tc>
                  <a:txBody>
                    <a:bodyPr/>
                    <a:lstStyle/>
                    <a:p>
                      <a:pPr indent="0" lvl="0" marL="0" rtl="0" algn="l">
                        <a:spcBef>
                          <a:spcPts val="0"/>
                        </a:spcBef>
                        <a:spcAft>
                          <a:spcPts val="0"/>
                        </a:spcAft>
                        <a:buNone/>
                      </a:pPr>
                      <a:r>
                        <a:rPr b="1" lang="en">
                          <a:solidFill>
                            <a:schemeClr val="accent1"/>
                          </a:solidFill>
                          <a:latin typeface="Helvetica Neue"/>
                          <a:ea typeface="Helvetica Neue"/>
                          <a:cs typeface="Helvetica Neue"/>
                          <a:sym typeface="Helvetica Neue"/>
                        </a:rPr>
                        <a:t>Weakness</a:t>
                      </a:r>
                      <a:endParaRPr b="1">
                        <a:solidFill>
                          <a:schemeClr val="accent1"/>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b="1" lang="en">
                          <a:solidFill>
                            <a:schemeClr val="accent1"/>
                          </a:solidFill>
                          <a:latin typeface="Helvetica Neue"/>
                          <a:ea typeface="Helvetica Neue"/>
                          <a:cs typeface="Helvetica Neue"/>
                          <a:sym typeface="Helvetica Neue"/>
                        </a:rPr>
                        <a:t>Advantage</a:t>
                      </a:r>
                      <a:endParaRPr b="1">
                        <a:solidFill>
                          <a:schemeClr val="accent1"/>
                        </a:solidFill>
                        <a:latin typeface="Helvetica Neue"/>
                        <a:ea typeface="Helvetica Neue"/>
                        <a:cs typeface="Helvetica Neue"/>
                        <a:sym typeface="Helvetica Neue"/>
                      </a:endParaRPr>
                    </a:p>
                  </a:txBody>
                  <a:tcPr marT="91425" marB="91425" marR="91425" marL="91425"/>
                </a:tc>
              </a:tr>
              <a:tr h="477725">
                <a:tc>
                  <a:txBody>
                    <a:bodyPr/>
                    <a:lstStyle/>
                    <a:p>
                      <a:pPr indent="0" lvl="0" marL="0" rtl="0" algn="l">
                        <a:spcBef>
                          <a:spcPts val="0"/>
                        </a:spcBef>
                        <a:spcAft>
                          <a:spcPts val="0"/>
                        </a:spcAft>
                        <a:buNone/>
                      </a:pPr>
                      <a:r>
                        <a:rPr lang="en" sz="1200"/>
                        <a:t>Customer keeps Splunk/using Splunk key to getting most value </a:t>
                      </a:r>
                      <a:endParaRPr sz="1200"/>
                    </a:p>
                  </a:txBody>
                  <a:tcPr marT="91425" marB="91425" marR="91425" marL="91425"/>
                </a:tc>
                <a:tc>
                  <a:txBody>
                    <a:bodyPr/>
                    <a:lstStyle/>
                    <a:p>
                      <a:pPr indent="0" lvl="0" marL="0" rtl="0" algn="l">
                        <a:spcBef>
                          <a:spcPts val="0"/>
                        </a:spcBef>
                        <a:spcAft>
                          <a:spcPts val="0"/>
                        </a:spcAft>
                        <a:buNone/>
                      </a:pPr>
                      <a:r>
                        <a:rPr lang="en" sz="1200"/>
                        <a:t>Next-gen SIEM that lets customers migrate off Splunk to a data lake at own pace</a:t>
                      </a:r>
                      <a:endParaRPr sz="1200"/>
                    </a:p>
                  </a:txBody>
                  <a:tcPr marT="91425" marB="91425" marR="91425" marL="91425"/>
                </a:tc>
              </a:tr>
              <a:tr h="528475">
                <a:tc>
                  <a:txBody>
                    <a:bodyPr/>
                    <a:lstStyle/>
                    <a:p>
                      <a:pPr indent="0" lvl="0" marL="0" rtl="0" algn="l">
                        <a:lnSpc>
                          <a:spcPct val="115000"/>
                        </a:lnSpc>
                        <a:spcBef>
                          <a:spcPts val="0"/>
                        </a:spcBef>
                        <a:spcAft>
                          <a:spcPts val="0"/>
                        </a:spcAft>
                        <a:buNone/>
                      </a:pPr>
                      <a:r>
                        <a:rPr lang="en" sz="1200"/>
                        <a:t>Data normalization process isn’t explained well, rely on Splunk Search Processing Language (SPL) to query data</a:t>
                      </a:r>
                      <a:endParaRPr sz="1200"/>
                    </a:p>
                  </a:txBody>
                  <a:tcPr marT="91425" marB="91425" marR="91425" marL="91425"/>
                </a:tc>
                <a:tc>
                  <a:txBody>
                    <a:bodyPr/>
                    <a:lstStyle/>
                    <a:p>
                      <a:pPr indent="0" lvl="0" marL="0" rtl="0" algn="l">
                        <a:spcBef>
                          <a:spcPts val="0"/>
                        </a:spcBef>
                        <a:spcAft>
                          <a:spcPts val="0"/>
                        </a:spcAft>
                        <a:buNone/>
                      </a:pPr>
                      <a:r>
                        <a:rPr lang="en" sz="1200"/>
                        <a:t>Use OCSF standard, allowing customers to easily search for data in SQL. </a:t>
                      </a:r>
                      <a:endParaRPr sz="1200"/>
                    </a:p>
                  </a:txBody>
                  <a:tcPr marT="91425" marB="91425" marR="91425" marL="91425"/>
                </a:tc>
              </a:tr>
              <a:tr h="1146575">
                <a:tc>
                  <a:txBody>
                    <a:bodyPr/>
                    <a:lstStyle/>
                    <a:p>
                      <a:pPr indent="0" lvl="0" marL="0" rtl="0" algn="l">
                        <a:lnSpc>
                          <a:spcPct val="115000"/>
                        </a:lnSpc>
                        <a:spcBef>
                          <a:spcPts val="0"/>
                        </a:spcBef>
                        <a:spcAft>
                          <a:spcPts val="0"/>
                        </a:spcAft>
                        <a:buNone/>
                      </a:pPr>
                      <a:r>
                        <a:rPr lang="en" sz="1200"/>
                        <a:t>Slower threat detections because API used to grab data, p</a:t>
                      </a:r>
                      <a:r>
                        <a:rPr lang="en" sz="1200"/>
                        <a:t>ut it in “events of interest” lake, then run detections, a long process that likely causes delays</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Faster detections because Hunters ingests data directly from sources and runs detections on top of that data. No “events of interest” lake to slow detection process. </a:t>
                      </a:r>
                      <a:endParaRPr sz="1200"/>
                    </a:p>
                    <a:p>
                      <a:pPr indent="0" lvl="0" marL="0" rtl="0" algn="l">
                        <a:spcBef>
                          <a:spcPts val="0"/>
                        </a:spcBef>
                        <a:spcAft>
                          <a:spcPts val="0"/>
                        </a:spcAft>
                        <a:buNone/>
                      </a:pPr>
                      <a:r>
                        <a:t/>
                      </a:r>
                      <a:endParaRPr sz="1200"/>
                    </a:p>
                  </a:txBody>
                  <a:tcPr marT="91425" marB="91425" marR="91425" marL="91425"/>
                </a:tc>
              </a:tr>
              <a:tr h="1146575">
                <a:tc>
                  <a:txBody>
                    <a:bodyPr/>
                    <a:lstStyle/>
                    <a:p>
                      <a:pPr indent="0" lvl="0" marL="0" rtl="0" algn="l">
                        <a:lnSpc>
                          <a:spcPct val="115000"/>
                        </a:lnSpc>
                        <a:spcBef>
                          <a:spcPts val="0"/>
                        </a:spcBef>
                        <a:spcAft>
                          <a:spcPts val="0"/>
                        </a:spcAft>
                        <a:buNone/>
                      </a:pPr>
                      <a:r>
                        <a:rPr lang="en" sz="1200"/>
                        <a:t>Two copies of every detection rules maintained (one for SIEM, one for data lake). Any detection logic changes needs to be done in both copies, adding more work for analyst and inconsistencies in rules</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No need to maintain </a:t>
                      </a:r>
                      <a:r>
                        <a:rPr lang="en" sz="1200"/>
                        <a:t>multiple</a:t>
                      </a:r>
                      <a:r>
                        <a:rPr lang="en" sz="1200"/>
                        <a:t> copies of detection rules, and all Hunters out of box detection content automatically updated, maintained by Hunters, reducing </a:t>
                      </a:r>
                      <a:r>
                        <a:rPr lang="en" sz="1200"/>
                        <a:t>analyst</a:t>
                      </a:r>
                      <a:r>
                        <a:rPr lang="en" sz="1200"/>
                        <a:t> workload</a:t>
                      </a:r>
                      <a:endParaRPr sz="1200"/>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295950" y="1391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Anvilogic’s Weaknesses, Hunters’ Advantages Cont.</a:t>
            </a:r>
            <a:endParaRPr/>
          </a:p>
        </p:txBody>
      </p:sp>
      <p:sp>
        <p:nvSpPr>
          <p:cNvPr id="155" name="Google Shape;155;p27"/>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fld id="{00000000-1234-1234-1234-123412341234}" type="slidenum">
              <a:rPr lang="en"/>
              <a:t>‹#›</a:t>
            </a:fld>
            <a:endParaRPr/>
          </a:p>
        </p:txBody>
      </p:sp>
      <p:graphicFrame>
        <p:nvGraphicFramePr>
          <p:cNvPr id="156" name="Google Shape;156;p27"/>
          <p:cNvGraphicFramePr/>
          <p:nvPr/>
        </p:nvGraphicFramePr>
        <p:xfrm>
          <a:off x="381600" y="946625"/>
          <a:ext cx="3000000" cy="3000000"/>
        </p:xfrm>
        <a:graphic>
          <a:graphicData uri="http://schemas.openxmlformats.org/drawingml/2006/table">
            <a:tbl>
              <a:tblPr>
                <a:noFill/>
                <a:tableStyleId>{001F37E5-0BB9-4E75-9881-56DED6A76CD2}</a:tableStyleId>
              </a:tblPr>
              <a:tblGrid>
                <a:gridCol w="3761200"/>
                <a:gridCol w="3761200"/>
              </a:tblGrid>
              <a:tr h="310500">
                <a:tc>
                  <a:txBody>
                    <a:bodyPr/>
                    <a:lstStyle/>
                    <a:p>
                      <a:pPr indent="0" lvl="0" marL="0" rtl="0" algn="l">
                        <a:spcBef>
                          <a:spcPts val="0"/>
                        </a:spcBef>
                        <a:spcAft>
                          <a:spcPts val="0"/>
                        </a:spcAft>
                        <a:buNone/>
                      </a:pPr>
                      <a:r>
                        <a:rPr b="1" lang="en">
                          <a:solidFill>
                            <a:schemeClr val="accent1"/>
                          </a:solidFill>
                          <a:latin typeface="Helvetica Neue"/>
                          <a:ea typeface="Helvetica Neue"/>
                          <a:cs typeface="Helvetica Neue"/>
                          <a:sym typeface="Helvetica Neue"/>
                        </a:rPr>
                        <a:t>Weakness</a:t>
                      </a:r>
                      <a:endParaRPr b="1">
                        <a:solidFill>
                          <a:schemeClr val="accent1"/>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b="1" lang="en">
                          <a:solidFill>
                            <a:schemeClr val="accent1"/>
                          </a:solidFill>
                          <a:latin typeface="Helvetica Neue"/>
                          <a:ea typeface="Helvetica Neue"/>
                          <a:cs typeface="Helvetica Neue"/>
                          <a:sym typeface="Helvetica Neue"/>
                        </a:rPr>
                        <a:t>Advantage</a:t>
                      </a:r>
                      <a:endParaRPr b="1">
                        <a:solidFill>
                          <a:schemeClr val="accent1"/>
                        </a:solidFill>
                        <a:latin typeface="Helvetica Neue"/>
                        <a:ea typeface="Helvetica Neue"/>
                        <a:cs typeface="Helvetica Neue"/>
                        <a:sym typeface="Helvetica Neue"/>
                      </a:endParaRPr>
                    </a:p>
                  </a:txBody>
                  <a:tcPr marT="91425" marB="91425" marR="91425" marL="91425"/>
                </a:tc>
              </a:tr>
              <a:tr h="310500">
                <a:tc>
                  <a:txBody>
                    <a:bodyPr/>
                    <a:lstStyle/>
                    <a:p>
                      <a:pPr indent="0" lvl="0" marL="0" rtl="0" algn="l">
                        <a:lnSpc>
                          <a:spcPct val="115000"/>
                        </a:lnSpc>
                        <a:spcBef>
                          <a:spcPts val="0"/>
                        </a:spcBef>
                        <a:spcAft>
                          <a:spcPts val="0"/>
                        </a:spcAft>
                        <a:buNone/>
                      </a:pPr>
                      <a:r>
                        <a:rPr lang="en" sz="1200"/>
                        <a:t>No threat hunting, incident investigation service</a:t>
                      </a:r>
                      <a:endParaRPr>
                        <a:solidFill>
                          <a:schemeClr val="accent1"/>
                        </a:solidFill>
                        <a:latin typeface="Helvetica Neue"/>
                        <a:ea typeface="Helvetica Neue"/>
                        <a:cs typeface="Helvetica Neue"/>
                        <a:sym typeface="Helvetica Neue"/>
                      </a:endParaRPr>
                    </a:p>
                  </a:txBody>
                  <a:tcPr marT="91425" marB="91425" marR="91425" marL="91425"/>
                </a:tc>
                <a:tc>
                  <a:txBody>
                    <a:bodyPr/>
                    <a:lstStyle/>
                    <a:p>
                      <a:pPr indent="0" lvl="0" marL="0" rtl="0" algn="l">
                        <a:lnSpc>
                          <a:spcPct val="115000"/>
                        </a:lnSpc>
                        <a:spcBef>
                          <a:spcPts val="0"/>
                        </a:spcBef>
                        <a:spcAft>
                          <a:spcPts val="0"/>
                        </a:spcAft>
                        <a:buNone/>
                      </a:pPr>
                      <a:r>
                        <a:rPr lang="en" sz="1200"/>
                        <a:t>Team Axon provides </a:t>
                      </a:r>
                      <a:r>
                        <a:rPr lang="en" sz="1200"/>
                        <a:t>threatening</a:t>
                      </a:r>
                      <a:r>
                        <a:rPr lang="en" sz="1200"/>
                        <a:t> hunting, incident investigation, guidance on threats either by purchasing hours or yearly contract</a:t>
                      </a:r>
                      <a:endParaRPr b="1">
                        <a:solidFill>
                          <a:schemeClr val="accent1"/>
                        </a:solidFill>
                        <a:latin typeface="Helvetica Neue"/>
                        <a:ea typeface="Helvetica Neue"/>
                        <a:cs typeface="Helvetica Neue"/>
                        <a:sym typeface="Helvetica Neue"/>
                      </a:endParaRPr>
                    </a:p>
                  </a:txBody>
                  <a:tcPr marT="91425" marB="91425" marR="91425" marL="91425"/>
                </a:tc>
              </a:tr>
              <a:tr h="477725">
                <a:tc>
                  <a:txBody>
                    <a:bodyPr/>
                    <a:lstStyle/>
                    <a:p>
                      <a:pPr indent="0" lvl="0" marL="0" rtl="0" algn="l">
                        <a:lnSpc>
                          <a:spcPct val="115000"/>
                        </a:lnSpc>
                        <a:spcBef>
                          <a:spcPts val="0"/>
                        </a:spcBef>
                        <a:spcAft>
                          <a:spcPts val="0"/>
                        </a:spcAft>
                        <a:buNone/>
                      </a:pPr>
                      <a:r>
                        <a:rPr lang="en" sz="1200"/>
                        <a:t>All or parts of the co-pilot feature may cost extra</a:t>
                      </a:r>
                      <a:endParaRPr sz="1200"/>
                    </a:p>
                  </a:txBody>
                  <a:tcPr marT="91425" marB="91425" marR="91425" marL="91425"/>
                </a:tc>
                <a:tc>
                  <a:txBody>
                    <a:bodyPr/>
                    <a:lstStyle/>
                    <a:p>
                      <a:pPr indent="0" lvl="0" marL="0" rtl="0" algn="l">
                        <a:spcBef>
                          <a:spcPts val="0"/>
                        </a:spcBef>
                        <a:spcAft>
                          <a:spcPts val="0"/>
                        </a:spcAft>
                        <a:buNone/>
                      </a:pPr>
                      <a:r>
                        <a:rPr lang="en" sz="1200"/>
                        <a:t>See AI </a:t>
                      </a:r>
                      <a:r>
                        <a:rPr lang="en" sz="1200"/>
                        <a:t>happening</a:t>
                      </a:r>
                      <a:r>
                        <a:rPr lang="en" sz="1200"/>
                        <a:t> in phases. Phase one is the building blocks Hunters has today and doesn’t charge extra for: automatic investigation, threat clustering, scoring, enrichments, graph correlation. See Uri’s </a:t>
                      </a:r>
                      <a:r>
                        <a:rPr lang="en" sz="1200" u="sng">
                          <a:solidFill>
                            <a:schemeClr val="hlink"/>
                          </a:solidFill>
                          <a:hlinkClick r:id="rId3"/>
                        </a:rPr>
                        <a:t>blog</a:t>
                      </a:r>
                      <a:r>
                        <a:rPr lang="en" sz="1200"/>
                        <a:t> for full </a:t>
                      </a:r>
                      <a:r>
                        <a:rPr lang="en" sz="1200"/>
                        <a:t>vision. </a:t>
                      </a:r>
                      <a:endParaRPr sz="1200"/>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Anvilogic’s </a:t>
            </a:r>
            <a:r>
              <a:rPr lang="en"/>
              <a:t>Advantages</a:t>
            </a:r>
            <a:r>
              <a:rPr lang="en"/>
              <a:t>, Hunters’ Response</a:t>
            </a:r>
            <a:endParaRPr/>
          </a:p>
        </p:txBody>
      </p:sp>
      <p:sp>
        <p:nvSpPr>
          <p:cNvPr id="162" name="Google Shape;162;p28"/>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fld id="{00000000-1234-1234-1234-123412341234}" type="slidenum">
              <a:rPr lang="en"/>
              <a:t>‹#›</a:t>
            </a:fld>
            <a:endParaRPr/>
          </a:p>
        </p:txBody>
      </p:sp>
      <p:graphicFrame>
        <p:nvGraphicFramePr>
          <p:cNvPr id="163" name="Google Shape;163;p28"/>
          <p:cNvGraphicFramePr/>
          <p:nvPr/>
        </p:nvGraphicFramePr>
        <p:xfrm>
          <a:off x="98950" y="572700"/>
          <a:ext cx="3000000" cy="3000000"/>
        </p:xfrm>
        <a:graphic>
          <a:graphicData uri="http://schemas.openxmlformats.org/drawingml/2006/table">
            <a:tbl>
              <a:tblPr>
                <a:noFill/>
                <a:tableStyleId>{001F37E5-0BB9-4E75-9881-56DED6A76CD2}</a:tableStyleId>
              </a:tblPr>
              <a:tblGrid>
                <a:gridCol w="3969325"/>
                <a:gridCol w="4721200"/>
              </a:tblGrid>
              <a:tr h="310500">
                <a:tc>
                  <a:txBody>
                    <a:bodyPr/>
                    <a:lstStyle/>
                    <a:p>
                      <a:pPr indent="0" lvl="0" marL="0" rtl="0" algn="l">
                        <a:spcBef>
                          <a:spcPts val="0"/>
                        </a:spcBef>
                        <a:spcAft>
                          <a:spcPts val="0"/>
                        </a:spcAft>
                        <a:buNone/>
                      </a:pPr>
                      <a:r>
                        <a:rPr b="1" lang="en">
                          <a:solidFill>
                            <a:schemeClr val="accent1"/>
                          </a:solidFill>
                          <a:latin typeface="Helvetica Neue"/>
                          <a:ea typeface="Helvetica Neue"/>
                          <a:cs typeface="Helvetica Neue"/>
                          <a:sym typeface="Helvetica Neue"/>
                        </a:rPr>
                        <a:t>Advantage</a:t>
                      </a:r>
                      <a:endParaRPr b="1">
                        <a:solidFill>
                          <a:schemeClr val="accent1"/>
                        </a:solidFill>
                        <a:latin typeface="Helvetica Neue"/>
                        <a:ea typeface="Helvetica Neue"/>
                        <a:cs typeface="Helvetica Neue"/>
                        <a:sym typeface="Helvetica Neue"/>
                      </a:endParaRPr>
                    </a:p>
                  </a:txBody>
                  <a:tcPr marT="91425" marB="91425" marR="91425" marL="91425"/>
                </a:tc>
                <a:tc>
                  <a:txBody>
                    <a:bodyPr/>
                    <a:lstStyle/>
                    <a:p>
                      <a:pPr indent="0" lvl="0" marL="0" rtl="0" algn="l">
                        <a:spcBef>
                          <a:spcPts val="0"/>
                        </a:spcBef>
                        <a:spcAft>
                          <a:spcPts val="0"/>
                        </a:spcAft>
                        <a:buNone/>
                      </a:pPr>
                      <a:r>
                        <a:rPr b="1" lang="en">
                          <a:solidFill>
                            <a:schemeClr val="accent1"/>
                          </a:solidFill>
                          <a:latin typeface="Helvetica Neue"/>
                          <a:ea typeface="Helvetica Neue"/>
                          <a:cs typeface="Helvetica Neue"/>
                          <a:sym typeface="Helvetica Neue"/>
                        </a:rPr>
                        <a:t>Response</a:t>
                      </a:r>
                      <a:endParaRPr b="1">
                        <a:solidFill>
                          <a:schemeClr val="accent1"/>
                        </a:solidFill>
                        <a:latin typeface="Helvetica Neue"/>
                        <a:ea typeface="Helvetica Neue"/>
                        <a:cs typeface="Helvetica Neue"/>
                        <a:sym typeface="Helvetica Neue"/>
                      </a:endParaRPr>
                    </a:p>
                  </a:txBody>
                  <a:tcPr marT="91425" marB="91425" marR="91425" marL="91425"/>
                </a:tc>
              </a:tr>
              <a:tr h="477725">
                <a:tc>
                  <a:txBody>
                    <a:bodyPr/>
                    <a:lstStyle/>
                    <a:p>
                      <a:pPr indent="0" lvl="0" marL="0" rtl="0" algn="l">
                        <a:spcBef>
                          <a:spcPts val="0"/>
                        </a:spcBef>
                        <a:spcAft>
                          <a:spcPts val="0"/>
                        </a:spcAft>
                        <a:buNone/>
                      </a:pPr>
                      <a:r>
                        <a:rPr lang="en" sz="1200"/>
                        <a:t>Data mapping is a robust and customer controlled process. This allows them to handle many/any data type without having to have a team build integrations.</a:t>
                      </a:r>
                      <a:endParaRPr sz="1200"/>
                    </a:p>
                  </a:txBody>
                  <a:tcPr marT="91425" marB="91425" marR="91425" marL="91425"/>
                </a:tc>
                <a:tc>
                  <a:txBody>
                    <a:bodyPr/>
                    <a:lstStyle/>
                    <a:p>
                      <a:pPr indent="0" lvl="0" marL="0" rtl="0" algn="l">
                        <a:spcBef>
                          <a:spcPts val="0"/>
                        </a:spcBef>
                        <a:spcAft>
                          <a:spcPts val="0"/>
                        </a:spcAft>
                        <a:buNone/>
                      </a:pPr>
                      <a:r>
                        <a:rPr lang="en" sz="1200"/>
                        <a:t>Easier data mapping for customers is on </a:t>
                      </a:r>
                      <a:r>
                        <a:rPr lang="en" sz="1200"/>
                        <a:t>the</a:t>
                      </a:r>
                      <a:r>
                        <a:rPr lang="en" sz="1200"/>
                        <a:t> roadmap and planned for Q3 of this year. </a:t>
                      </a:r>
                      <a:endParaRPr sz="1200"/>
                    </a:p>
                  </a:txBody>
                  <a:tcPr marT="91425" marB="91425" marR="91425" marL="91425"/>
                </a:tc>
              </a:tr>
              <a:tr h="797700">
                <a:tc>
                  <a:txBody>
                    <a:bodyPr/>
                    <a:lstStyle/>
                    <a:p>
                      <a:pPr indent="0" lvl="0" marL="0" rtl="0" algn="l">
                        <a:lnSpc>
                          <a:spcPct val="115000"/>
                        </a:lnSpc>
                        <a:spcBef>
                          <a:spcPts val="0"/>
                        </a:spcBef>
                        <a:spcAft>
                          <a:spcPts val="0"/>
                        </a:spcAft>
                        <a:buNone/>
                      </a:pPr>
                      <a:r>
                        <a:rPr lang="en" sz="1200"/>
                        <a:t>Can keep Splunk and maximize investments made in tool, no need to rip and replace</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Customers can migrate from Splunk to Snowflake at their pace. Doing this with Ropes and Grey (should be done in Q3, took two years), Peloton (looking to migrate in six months)</a:t>
                      </a:r>
                      <a:endParaRPr sz="1200"/>
                    </a:p>
                  </a:txBody>
                  <a:tcPr marT="91425" marB="91425" marR="91425" marL="91425"/>
                </a:tc>
              </a:tr>
              <a:tr h="1146575">
                <a:tc>
                  <a:txBody>
                    <a:bodyPr/>
                    <a:lstStyle/>
                    <a:p>
                      <a:pPr indent="0" lvl="0" marL="0" rtl="0" algn="l">
                        <a:lnSpc>
                          <a:spcPct val="115000"/>
                        </a:lnSpc>
                        <a:spcBef>
                          <a:spcPts val="0"/>
                        </a:spcBef>
                        <a:spcAft>
                          <a:spcPts val="0"/>
                        </a:spcAft>
                        <a:buNone/>
                      </a:pPr>
                      <a:r>
                        <a:rPr lang="en" sz="1200"/>
                        <a:t>Detection logic for all detectors is available for customer review (also looks available for editing as well)</a:t>
                      </a:r>
                      <a:endParaRPr sz="1200"/>
                    </a:p>
                  </a:txBody>
                  <a:tcPr marT="91425" marB="91425" marR="91425" marL="91425"/>
                </a:tc>
                <a:tc>
                  <a:txBody>
                    <a:bodyPr/>
                    <a:lstStyle/>
                    <a:p>
                      <a:pPr indent="0" lvl="0" marL="0" rtl="0" algn="l">
                        <a:spcBef>
                          <a:spcPts val="0"/>
                        </a:spcBef>
                        <a:spcAft>
                          <a:spcPts val="0"/>
                        </a:spcAft>
                        <a:buNone/>
                      </a:pPr>
                      <a:r>
                        <a:rPr lang="en" sz="1200"/>
                        <a:t>Consider</a:t>
                      </a:r>
                      <a:r>
                        <a:rPr lang="en" sz="1200"/>
                        <a:t> detection logic </a:t>
                      </a:r>
                      <a:r>
                        <a:rPr lang="en" sz="1200"/>
                        <a:t>proprietary, product can give high level overview but not see detection because we don’t want to secret sauce to get in attackers’ hands</a:t>
                      </a:r>
                      <a:endParaRPr sz="1200"/>
                    </a:p>
                  </a:txBody>
                  <a:tcPr marT="91425" marB="91425" marR="91425" marL="91425"/>
                </a:tc>
              </a:tr>
              <a:tr h="1146575">
                <a:tc>
                  <a:txBody>
                    <a:bodyPr/>
                    <a:lstStyle/>
                    <a:p>
                      <a:pPr indent="0" lvl="0" marL="0" rtl="0" algn="l">
                        <a:lnSpc>
                          <a:spcPct val="115000"/>
                        </a:lnSpc>
                        <a:spcBef>
                          <a:spcPts val="0"/>
                        </a:spcBef>
                        <a:spcAft>
                          <a:spcPts val="0"/>
                        </a:spcAft>
                        <a:buNone/>
                      </a:pPr>
                      <a:r>
                        <a:rPr lang="en" sz="1200"/>
                        <a:t>Interesting use of AI in the Detection CoPilot feature to streamline detection creation &amp; tuning. Very buzzy.</a:t>
                      </a:r>
                      <a:endParaRPr sz="1200"/>
                    </a:p>
                  </a:txBody>
                  <a:tcPr marT="91425" marB="91425" marR="91425" marL="91425"/>
                </a:tc>
                <a:tc>
                  <a:txBody>
                    <a:bodyPr/>
                    <a:lstStyle/>
                    <a:p>
                      <a:pPr indent="0" lvl="0" marL="0" rtl="0" algn="l">
                        <a:lnSpc>
                          <a:spcPct val="115000"/>
                        </a:lnSpc>
                        <a:spcBef>
                          <a:spcPts val="0"/>
                        </a:spcBef>
                        <a:spcAft>
                          <a:spcPts val="0"/>
                        </a:spcAft>
                        <a:buNone/>
                      </a:pPr>
                      <a:r>
                        <a:rPr lang="en" sz="1200"/>
                        <a:t>Feature</a:t>
                      </a:r>
                      <a:r>
                        <a:rPr lang="en" sz="1200"/>
                        <a:t> costs extra; s</a:t>
                      </a:r>
                      <a:r>
                        <a:rPr lang="en" sz="1200"/>
                        <a:t>ee AI happening in phases. Phase one is the building blocks Hunters has today and doesn’t charge extra for: automatic investigation, threat clustering, scoring, enrichments, graph correlation. See Uri’s </a:t>
                      </a:r>
                      <a:r>
                        <a:rPr lang="en" sz="1200" u="sng">
                          <a:solidFill>
                            <a:schemeClr val="accent5"/>
                          </a:solidFill>
                          <a:hlinkClick r:id="rId3">
                            <a:extLst>
                              <a:ext uri="{A12FA001-AC4F-418D-AE19-62706E023703}">
                                <ahyp:hlinkClr val="tx"/>
                              </a:ext>
                            </a:extLst>
                          </a:hlinkClick>
                        </a:rPr>
                        <a:t>blog</a:t>
                      </a:r>
                      <a:r>
                        <a:rPr lang="en" sz="1200"/>
                        <a:t> for full vision. </a:t>
                      </a:r>
                      <a:endParaRPr sz="1200"/>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fld id="{00000000-1234-1234-1234-123412341234}" type="slidenum">
              <a:rPr lang="en"/>
              <a:t>‹#›</a:t>
            </a:fld>
            <a:endParaRPr/>
          </a:p>
        </p:txBody>
      </p:sp>
      <p:sp>
        <p:nvSpPr>
          <p:cNvPr id="169" name="Google Shape;169;p29"/>
          <p:cNvSpPr txBox="1"/>
          <p:nvPr>
            <p:ph idx="3" type="subTitle"/>
          </p:nvPr>
        </p:nvSpPr>
        <p:spPr>
          <a:xfrm>
            <a:off x="136650" y="0"/>
            <a:ext cx="4097700" cy="393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Discovery q</a:t>
            </a:r>
            <a:r>
              <a:rPr lang="en"/>
              <a:t>uestions </a:t>
            </a:r>
            <a:r>
              <a:rPr lang="en"/>
              <a:t>for Splunk customers </a:t>
            </a:r>
            <a:endParaRPr/>
          </a:p>
        </p:txBody>
      </p:sp>
      <p:sp>
        <p:nvSpPr>
          <p:cNvPr id="170" name="Google Shape;170;p29"/>
          <p:cNvSpPr txBox="1"/>
          <p:nvPr/>
        </p:nvSpPr>
        <p:spPr>
          <a:xfrm>
            <a:off x="63000" y="333225"/>
            <a:ext cx="9018000" cy="41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In the next six to eight months, are you planning on keeping or replacing Splunk?</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Objective:</a:t>
            </a:r>
            <a:r>
              <a:rPr lang="en">
                <a:solidFill>
                  <a:schemeClr val="dk1"/>
                </a:solidFill>
                <a:latin typeface="Helvetica Neue"/>
                <a:ea typeface="Helvetica Neue"/>
                <a:cs typeface="Helvetica Neue"/>
                <a:sym typeface="Helvetica Neue"/>
              </a:rPr>
              <a:t> Determine if the deal is right for Hunters. Customers who want to keep Splunk probably aren’t the right fit for Hunters since Anvilogic allows them to keep Spulnk and move some data to a data lake. If they want to replace Splunk, that may be the right deal for Hunters.</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What are security plans for the next two to three years? Do they include phasing out Splunk?</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Objective:</a:t>
            </a:r>
            <a:r>
              <a:rPr lang="en">
                <a:solidFill>
                  <a:schemeClr val="dk1"/>
                </a:solidFill>
                <a:latin typeface="Helvetica Neue"/>
                <a:ea typeface="Helvetica Neue"/>
                <a:cs typeface="Helvetica Neue"/>
                <a:sym typeface="Helvetica Neue"/>
              </a:rPr>
              <a:t> Find out if migrating off Splunk is in the plans. If so, pitch Hunters as the solution that will allow you to migrate off Splunk. The migration can be done over time. Dojo, Peloton and Ropes and Grey are all in the process of migrating from Splunk to Hunters. For Dojo and Ropes and Grey, this is taking a few years while Peloton hopes to do it in a few months. We have experience with Splunk migrations at a pace that’s comfortable for our customers.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What are your concerns about migrating from Splunk to Hunters?</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Objective:</a:t>
            </a:r>
            <a:r>
              <a:rPr lang="en">
                <a:solidFill>
                  <a:schemeClr val="dk1"/>
                </a:solidFill>
                <a:latin typeface="Helvetica Neue"/>
                <a:ea typeface="Helvetica Neue"/>
                <a:cs typeface="Helvetica Neue"/>
                <a:sym typeface="Helvetica Neue"/>
              </a:rPr>
              <a:t> Start a conversation around how moving from Splunk to Hunters isn’t challenging and explain the value of a platform like Hunters that’s lower touch and offers the same capabilities as Splunk. Suggest that run the two tools side by side to see how they work and mention that a migration can be done over time (see previous question for more details on this).</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fld id="{00000000-1234-1234-1234-123412341234}" type="slidenum">
              <a:rPr lang="en"/>
              <a:t>‹#›</a:t>
            </a:fld>
            <a:endParaRPr/>
          </a:p>
        </p:txBody>
      </p:sp>
      <p:sp>
        <p:nvSpPr>
          <p:cNvPr id="176" name="Google Shape;176;p30"/>
          <p:cNvSpPr txBox="1"/>
          <p:nvPr>
            <p:ph idx="3" type="subTitle"/>
          </p:nvPr>
        </p:nvSpPr>
        <p:spPr>
          <a:xfrm>
            <a:off x="136650" y="120875"/>
            <a:ext cx="4097700" cy="393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Trap setting q</a:t>
            </a:r>
            <a:r>
              <a:rPr lang="en"/>
              <a:t>uestions </a:t>
            </a:r>
            <a:endParaRPr/>
          </a:p>
        </p:txBody>
      </p:sp>
      <p:sp>
        <p:nvSpPr>
          <p:cNvPr id="177" name="Google Shape;177;p30"/>
          <p:cNvSpPr txBox="1"/>
          <p:nvPr/>
        </p:nvSpPr>
        <p:spPr>
          <a:xfrm>
            <a:off x="56650" y="514475"/>
            <a:ext cx="9018000" cy="41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Are you looking to use Anvilogic to replace your SIEM?</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Objective: </a:t>
            </a:r>
            <a:r>
              <a:rPr lang="en">
                <a:solidFill>
                  <a:schemeClr val="dk1"/>
                </a:solidFill>
                <a:latin typeface="Helvetica Neue"/>
                <a:ea typeface="Helvetica Neue"/>
                <a:cs typeface="Helvetica Neue"/>
                <a:sym typeface="Helvetica Neue"/>
              </a:rPr>
              <a:t>Prospects we’ve talked to that are looking into Anvilogic have said they want a SIEM replacement. But that isn’t their strength. Anvilogic may say they and they may be in the future but right now, that isn’t what they want to do. They’re good at creating a data lake. If the prospect wants a SIEM, explain that Hunters provides a true, modern SIEM with automatic TDIR and does more than let you create a security data lake. </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Have you considered if their use of an event of interest lake slows down the </a:t>
            </a:r>
            <a:r>
              <a:rPr b="1" lang="en">
                <a:solidFill>
                  <a:schemeClr val="dk1"/>
                </a:solidFill>
                <a:latin typeface="Helvetica Neue"/>
                <a:ea typeface="Helvetica Neue"/>
                <a:cs typeface="Helvetica Neue"/>
                <a:sym typeface="Helvetica Neue"/>
              </a:rPr>
              <a:t>detection</a:t>
            </a:r>
            <a:r>
              <a:rPr b="1" lang="en">
                <a:solidFill>
                  <a:schemeClr val="dk1"/>
                </a:solidFill>
                <a:latin typeface="Helvetica Neue"/>
                <a:ea typeface="Helvetica Neue"/>
                <a:cs typeface="Helvetica Neue"/>
                <a:sym typeface="Helvetica Neue"/>
              </a:rPr>
              <a:t> process?</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Objective: </a:t>
            </a:r>
            <a:r>
              <a:rPr lang="en">
                <a:solidFill>
                  <a:schemeClr val="dk1"/>
                </a:solidFill>
                <a:latin typeface="Helvetica Neue"/>
                <a:ea typeface="Helvetica Neue"/>
                <a:cs typeface="Helvetica Neue"/>
                <a:sym typeface="Helvetica Neue"/>
              </a:rPr>
              <a:t>Bring up how Hunters’ detections are faster since data isn’t put in an events of interest lake. This extra step slows down the detection process.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What are your security team’s </a:t>
            </a:r>
            <a:r>
              <a:rPr b="1" lang="en">
                <a:solidFill>
                  <a:schemeClr val="dk1"/>
                </a:solidFill>
                <a:latin typeface="Helvetica Neue"/>
                <a:ea typeface="Helvetica Neue"/>
                <a:cs typeface="Helvetica Neue"/>
                <a:sym typeface="Helvetica Neue"/>
              </a:rPr>
              <a:t>threat hunting and incident investigation capabilities like? Have you considered augmenting them?</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Objective: </a:t>
            </a:r>
            <a:r>
              <a:rPr lang="en">
                <a:solidFill>
                  <a:schemeClr val="dk1"/>
                </a:solidFill>
                <a:latin typeface="Helvetica Neue"/>
                <a:ea typeface="Helvetica Neue"/>
                <a:cs typeface="Helvetica Neue"/>
                <a:sym typeface="Helvetica Neue"/>
              </a:rPr>
              <a:t>Discuss how Hunters’ Team Axon service can serve as an extension of their security team and help with threatening hunting and incident investigation and offer advice on new threats. Given our ICP is small SOC teams, this service is very valuable and Anvilogic doesn’t provide this service.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fld id="{00000000-1234-1234-1234-123412341234}" type="slidenum">
              <a:rPr lang="en"/>
              <a:t>‹#›</a:t>
            </a:fld>
            <a:endParaRPr/>
          </a:p>
        </p:txBody>
      </p:sp>
      <p:sp>
        <p:nvSpPr>
          <p:cNvPr id="183" name="Google Shape;183;p31"/>
          <p:cNvSpPr txBox="1"/>
          <p:nvPr>
            <p:ph idx="3" type="subTitle"/>
          </p:nvPr>
        </p:nvSpPr>
        <p:spPr>
          <a:xfrm>
            <a:off x="56650" y="120875"/>
            <a:ext cx="4097700" cy="393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Trap setting questions </a:t>
            </a:r>
            <a:endParaRPr/>
          </a:p>
        </p:txBody>
      </p:sp>
      <p:sp>
        <p:nvSpPr>
          <p:cNvPr id="184" name="Google Shape;184;p31"/>
          <p:cNvSpPr txBox="1"/>
          <p:nvPr/>
        </p:nvSpPr>
        <p:spPr>
          <a:xfrm>
            <a:off x="56650" y="514475"/>
            <a:ext cx="9018000" cy="41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Have you thought about how Cisco will invest in Splunk R&amp;D? </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Objective: </a:t>
            </a:r>
            <a:r>
              <a:rPr lang="en">
                <a:solidFill>
                  <a:schemeClr val="dk1"/>
                </a:solidFill>
                <a:latin typeface="Helvetica Neue"/>
                <a:ea typeface="Helvetica Neue"/>
                <a:cs typeface="Helvetica Neue"/>
                <a:sym typeface="Helvetica Neue"/>
              </a:rPr>
              <a:t>Start a conversation about Cisco’s acquisition of Splunk. Discussing a possible impact to Splunk R&amp;D is a good entry point to this topic. Cisco has a ton of products (a lot came through buying companies), has investors to answer to and may not be able to provide robust R&amp;D funding that Splunk customers have previously seen. Hunters only has one product that we invest heavily in.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Where are you on your cloud journey? Does Snowflake fit into those plans?</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a:solidFill>
                  <a:schemeClr val="dk1"/>
                </a:solidFill>
                <a:latin typeface="Helvetica Neue"/>
                <a:ea typeface="Helvetica Neue"/>
                <a:cs typeface="Helvetica Neue"/>
                <a:sym typeface="Helvetica Neue"/>
              </a:rPr>
              <a:t>Objective: </a:t>
            </a:r>
            <a:r>
              <a:rPr lang="en">
                <a:solidFill>
                  <a:schemeClr val="dk1"/>
                </a:solidFill>
                <a:latin typeface="Helvetica Neue"/>
                <a:ea typeface="Helvetica Neue"/>
                <a:cs typeface="Helvetica Neue"/>
                <a:sym typeface="Helvetica Neue"/>
              </a:rPr>
              <a:t>Discuss how Anvilogic may not fit with plans that see the entire or most of the company moving to Snowflake from Splunk. Discuss how Hunters can help them migrate from Splunk to Snowflake at their pace and help the security team align with business goals around adopting the cloud for storage. Talk about our strong Snowflake partnership, how we’re a partner connect partner.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fld id="{00000000-1234-1234-1234-123412341234}" type="slidenum">
              <a:rPr lang="en"/>
              <a:t>‹#›</a:t>
            </a:fld>
            <a:endParaRPr/>
          </a:p>
        </p:txBody>
      </p:sp>
      <p:sp>
        <p:nvSpPr>
          <p:cNvPr id="190" name="Google Shape;190;p32"/>
          <p:cNvSpPr txBox="1"/>
          <p:nvPr>
            <p:ph idx="3" type="subTitle"/>
          </p:nvPr>
        </p:nvSpPr>
        <p:spPr>
          <a:xfrm>
            <a:off x="136650" y="120875"/>
            <a:ext cx="5992500" cy="393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A anecdote on how closely tied Anvilogic’s value is to Splunk</a:t>
            </a:r>
            <a:r>
              <a:rPr lang="en"/>
              <a:t> </a:t>
            </a:r>
            <a:endParaRPr/>
          </a:p>
        </p:txBody>
      </p:sp>
      <p:sp>
        <p:nvSpPr>
          <p:cNvPr id="191" name="Google Shape;191;p32"/>
          <p:cNvSpPr txBox="1"/>
          <p:nvPr/>
        </p:nvSpPr>
        <p:spPr>
          <a:xfrm>
            <a:off x="56650" y="514475"/>
            <a:ext cx="9018000" cy="41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chemeClr val="dk1"/>
              </a:solidFill>
              <a:latin typeface="Helvetica Neue"/>
              <a:ea typeface="Helvetica Neue"/>
              <a:cs typeface="Helvetica Neue"/>
              <a:sym typeface="Helvetica Neue"/>
            </a:endParaRPr>
          </a:p>
          <a:p>
            <a:pPr indent="-317500" lvl="0" marL="457200" rtl="0" algn="l">
              <a:spcBef>
                <a:spcPts val="0"/>
              </a:spcBef>
              <a:spcAft>
                <a:spcPts val="0"/>
              </a:spcAft>
              <a:buClr>
                <a:schemeClr val="dk1"/>
              </a:buClr>
              <a:buSzPts val="1400"/>
              <a:buFont typeface="Helvetica Neue"/>
              <a:buChar char="●"/>
            </a:pPr>
            <a:r>
              <a:rPr lang="en">
                <a:solidFill>
                  <a:schemeClr val="dk1"/>
                </a:solidFill>
                <a:latin typeface="Helvetica Neue"/>
                <a:ea typeface="Helvetica Neue"/>
                <a:cs typeface="Helvetica Neue"/>
                <a:sym typeface="Helvetica Neue"/>
              </a:rPr>
              <a:t>Systems integrator Optiv was talking to prospect West Capital about Hunters.</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317500" lvl="0" marL="457200" rtl="0" algn="l">
              <a:spcBef>
                <a:spcPts val="0"/>
              </a:spcBef>
              <a:spcAft>
                <a:spcPts val="0"/>
              </a:spcAft>
              <a:buClr>
                <a:schemeClr val="dk1"/>
              </a:buClr>
              <a:buSzPts val="1400"/>
              <a:buFont typeface="Helvetica Neue"/>
              <a:buChar char="●"/>
            </a:pPr>
            <a:r>
              <a:rPr lang="en">
                <a:solidFill>
                  <a:schemeClr val="dk1"/>
                </a:solidFill>
                <a:latin typeface="Helvetica Neue"/>
                <a:ea typeface="Helvetica Neue"/>
                <a:cs typeface="Helvetica Neue"/>
                <a:sym typeface="Helvetica Neue"/>
              </a:rPr>
              <a:t>West Capital mentioned that they had a call with Anvilogic that lasted 13 minutes because Anvilogic started the conversation by talking about how they let companies keep Splunk.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317500" lvl="0" marL="457200" rtl="0" algn="l">
              <a:spcBef>
                <a:spcPts val="0"/>
              </a:spcBef>
              <a:spcAft>
                <a:spcPts val="0"/>
              </a:spcAft>
              <a:buClr>
                <a:schemeClr val="dk1"/>
              </a:buClr>
              <a:buSzPts val="1400"/>
              <a:buFont typeface="Helvetica Neue"/>
              <a:buChar char="●"/>
            </a:pPr>
            <a:r>
              <a:rPr lang="en">
                <a:solidFill>
                  <a:schemeClr val="dk1"/>
                </a:solidFill>
                <a:latin typeface="Helvetica Neue"/>
                <a:ea typeface="Helvetica Neue"/>
                <a:cs typeface="Helvetica Neue"/>
                <a:sym typeface="Helvetica Neue"/>
              </a:rPr>
              <a:t>West </a:t>
            </a:r>
            <a:r>
              <a:rPr lang="en">
                <a:solidFill>
                  <a:schemeClr val="dk1"/>
                </a:solidFill>
                <a:latin typeface="Helvetica Neue"/>
                <a:ea typeface="Helvetica Neue"/>
                <a:cs typeface="Helvetica Neue"/>
                <a:sym typeface="Helvetica Neue"/>
              </a:rPr>
              <a:t>Capital</a:t>
            </a:r>
            <a:r>
              <a:rPr lang="en">
                <a:solidFill>
                  <a:schemeClr val="dk1"/>
                </a:solidFill>
                <a:latin typeface="Helvetica Neue"/>
                <a:ea typeface="Helvetica Neue"/>
                <a:cs typeface="Helvetica Neue"/>
                <a:sym typeface="Helvetica Neue"/>
              </a:rPr>
              <a:t> doesn’t have Splunk or plans to use it so they ended the call immediately. </a:t>
            </a:r>
            <a:endParaRPr>
              <a:solidFill>
                <a:schemeClr val="dk1"/>
              </a:solidFill>
              <a:latin typeface="Helvetica Neue"/>
              <a:ea typeface="Helvetica Neue"/>
              <a:cs typeface="Helvetica Neue"/>
              <a:sym typeface="Helvetica Neue"/>
            </a:endParaRPr>
          </a:p>
          <a:p>
            <a:pPr indent="0" lvl="0" marL="45720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317500" lvl="0" marL="457200" rtl="0" algn="l">
              <a:spcBef>
                <a:spcPts val="0"/>
              </a:spcBef>
              <a:spcAft>
                <a:spcPts val="0"/>
              </a:spcAft>
              <a:buClr>
                <a:schemeClr val="dk1"/>
              </a:buClr>
              <a:buSzPts val="1400"/>
              <a:buFont typeface="Helvetica Neue"/>
              <a:buChar char="●"/>
            </a:pPr>
            <a:r>
              <a:rPr lang="en">
                <a:solidFill>
                  <a:schemeClr val="dk1"/>
                </a:solidFill>
                <a:latin typeface="Helvetica Neue"/>
                <a:ea typeface="Helvetica Neue"/>
                <a:cs typeface="Helvetica Neue"/>
                <a:sym typeface="Helvetica Neue"/>
              </a:rPr>
              <a:t>Anvilogic’s value is tied to Splunk and if a company isn’t using Splunk or doesn’t have plans to use it, Anvil isn’t the right choice for them.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b="1">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title"/>
          </p:nvPr>
        </p:nvSpPr>
        <p:spPr>
          <a:xfrm>
            <a:off x="311700" y="19603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Questions?</a:t>
            </a:r>
            <a:endParaRPr/>
          </a:p>
        </p:txBody>
      </p:sp>
      <p:sp>
        <p:nvSpPr>
          <p:cNvPr id="197" name="Google Shape;197;p33"/>
          <p:cNvSpPr txBox="1"/>
          <p:nvPr>
            <p:ph idx="12" type="sldNum"/>
          </p:nvPr>
        </p:nvSpPr>
        <p:spPr>
          <a:xfrm>
            <a:off x="295950" y="4663217"/>
            <a:ext cx="548700" cy="393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Hunters Theme">
  <a:themeElements>
    <a:clrScheme name="Simple Light">
      <a:dk1>
        <a:srgbClr val="15151D"/>
      </a:dk1>
      <a:lt1>
        <a:srgbClr val="FFFFFF"/>
      </a:lt1>
      <a:dk2>
        <a:srgbClr val="595959"/>
      </a:dk2>
      <a:lt2>
        <a:srgbClr val="6A7987"/>
      </a:lt2>
      <a:accent1>
        <a:srgbClr val="6C38FF"/>
      </a:accent1>
      <a:accent2>
        <a:srgbClr val="EB1796"/>
      </a:accent2>
      <a:accent3>
        <a:srgbClr val="FF7A8F"/>
      </a:accent3>
      <a:accent4>
        <a:srgbClr val="1D3F62"/>
      </a:accent4>
      <a:accent5>
        <a:srgbClr val="03D4CE"/>
      </a:accent5>
      <a:accent6>
        <a:srgbClr val="D7C9FF"/>
      </a:accent6>
      <a:hlink>
        <a:srgbClr val="03D4C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